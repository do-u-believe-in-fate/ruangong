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6" r:id="rId4"/>
    <p:sldId id="260" r:id="rId5"/>
    <p:sldId id="285" r:id="rId6"/>
    <p:sldId id="287" r:id="rId7"/>
    <p:sldId id="277" r:id="rId8"/>
    <p:sldId id="288" r:id="rId9"/>
    <p:sldId id="286" r:id="rId10"/>
    <p:sldId id="268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355" y="1617980"/>
            <a:ext cx="10131425" cy="2066290"/>
          </a:xfrm>
        </p:spPr>
        <p:txBody>
          <a:bodyPr>
            <a:no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Times New Roman" panose="02020603050405020304" pitchFamily="18" charset="0"/>
              </a:rPr>
              <a:t>软工实践第八组</a:t>
            </a:r>
            <a:br>
              <a:rPr lang="zh-CN" altLang="en-US" sz="72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Times New Roman" panose="02020603050405020304" pitchFamily="18" charset="0"/>
              </a:rPr>
            </a:br>
            <a:r>
              <a:rPr lang="zh-CN" altLang="en-US" sz="72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Times New Roman" panose="02020603050405020304" pitchFamily="18" charset="0"/>
              </a:rPr>
              <a:t>	</a:t>
            </a:r>
            <a:r>
              <a:rPr lang="en-US" altLang="zh-CN" sz="72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Times New Roman" panose="02020603050405020304" pitchFamily="18" charset="0"/>
              </a:rPr>
              <a:t>	——</a:t>
            </a:r>
            <a:r>
              <a:rPr lang="zh-CN" altLang="en-US" sz="72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Times New Roman" panose="02020603050405020304" pitchFamily="18" charset="0"/>
              </a:rPr>
              <a:t>系统设计</a:t>
            </a:r>
            <a:r>
              <a:rPr lang="en-US" altLang="zh-CN" sz="72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Times New Roman" panose="02020603050405020304" pitchFamily="18" charset="0"/>
              </a:rPr>
              <a:t>&amp;							</a:t>
            </a:r>
            <a:r>
              <a:rPr lang="zh-CN" altLang="en-US" sz="72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Times New Roman" panose="02020603050405020304" pitchFamily="18" charset="0"/>
              </a:rPr>
              <a:t>数据库设计</a:t>
            </a:r>
            <a:br>
              <a:rPr lang="zh-CN" altLang="en-US" sz="36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</a:br>
            <a:endParaRPr lang="zh-CN" altLang="en-US" sz="7200" dirty="0">
              <a:solidFill>
                <a:schemeClr val="bg1"/>
              </a:solidFill>
              <a:latin typeface="华文行楷" panose="02010800040101010101" charset="-122"/>
              <a:ea typeface="华文行楷" panose="0201080004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8790305" y="4460875"/>
            <a:ext cx="1896110" cy="1840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</a:rPr>
              <a:t>组名</a:t>
            </a:r>
            <a:r>
              <a:rPr lang="en-US" altLang="zh-CN" sz="1800" b="1" dirty="0">
                <a:solidFill>
                  <a:schemeClr val="bg1"/>
                </a:solidFill>
                <a:latin typeface="+mj-ea"/>
              </a:rPr>
              <a:t>——</a:t>
            </a:r>
            <a:endParaRPr lang="zh-CN" altLang="en-US" sz="1800" b="1" dirty="0">
              <a:solidFill>
                <a:schemeClr val="bg1"/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+mj-ea"/>
              </a:rPr>
              <a:t>栋哥说的都队</a:t>
            </a:r>
            <a:endParaRPr lang="zh-CN" altLang="en-US" sz="1800" dirty="0">
              <a:solidFill>
                <a:schemeClr val="bg1"/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bg1"/>
              </a:solidFill>
              <a:latin typeface="+mj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sym typeface="+mn-ea"/>
              </a:rPr>
              <a:t>组长</a:t>
            </a:r>
            <a:r>
              <a:rPr lang="en-US" altLang="zh-CN" sz="1800" b="1" dirty="0">
                <a:solidFill>
                  <a:schemeClr val="bg1"/>
                </a:solidFill>
                <a:latin typeface="+mj-ea"/>
                <a:sym typeface="+mn-ea"/>
              </a:rPr>
              <a:t>——</a:t>
            </a:r>
            <a:r>
              <a:rPr lang="zh-CN" altLang="en-US" sz="1800" dirty="0">
                <a:solidFill>
                  <a:schemeClr val="bg1"/>
                </a:solidFill>
                <a:latin typeface="+mj-ea"/>
                <a:sym typeface="+mn-ea"/>
              </a:rPr>
              <a:t>程灵飞</a:t>
            </a:r>
            <a:endParaRPr lang="zh-CN" altLang="en-US" sz="1800" dirty="0">
              <a:solidFill>
                <a:schemeClr val="bg1"/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709660" y="4319270"/>
            <a:ext cx="2057400" cy="18694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23851" y="1776023"/>
            <a:ext cx="94740" cy="4909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622165" y="899160"/>
            <a:ext cx="6743700" cy="1341755"/>
            <a:chOff x="7245" y="1526"/>
            <a:chExt cx="9296" cy="1616"/>
          </a:xfrm>
        </p:grpSpPr>
        <p:sp>
          <p:nvSpPr>
            <p:cNvPr id="4" name="矩形 3"/>
            <p:cNvSpPr/>
            <p:nvPr/>
          </p:nvSpPr>
          <p:spPr>
            <a:xfrm>
              <a:off x="7245" y="1526"/>
              <a:ext cx="9296" cy="16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20"/>
            <p:cNvSpPr txBox="1"/>
            <p:nvPr/>
          </p:nvSpPr>
          <p:spPr>
            <a:xfrm flipH="1">
              <a:off x="7596" y="1793"/>
              <a:ext cx="5408" cy="927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zh-CN" altLang="en-US" sz="4400" dirty="0">
                  <a:solidFill>
                    <a:schemeClr val="bg1"/>
                  </a:solidFill>
                  <a:latin typeface="华文行楷" panose="02010800040101010101" charset="-122"/>
                  <a:ea typeface="华文行楷" panose="02010800040101010101" charset="-122"/>
                  <a:sym typeface="Arial" panose="020B0604020202020204" pitchFamily="34" charset="0"/>
                </a:rPr>
                <a:t>系统设计概述</a:t>
              </a:r>
              <a:endParaRPr lang="zh-CN" altLang="en-US" sz="44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9" name="苹果"/>
            <p:cNvSpPr/>
            <p:nvPr/>
          </p:nvSpPr>
          <p:spPr bwMode="auto">
            <a:xfrm>
              <a:off x="14042" y="1775"/>
              <a:ext cx="761" cy="761"/>
            </a:xfrm>
            <a:custGeom>
              <a:avLst/>
              <a:gdLst>
                <a:gd name="T0" fmla="*/ 1507308 w 2049463"/>
                <a:gd name="T1" fmla="*/ 1108863 h 2382838"/>
                <a:gd name="T2" fmla="*/ 1434090 w 2049463"/>
                <a:gd name="T3" fmla="*/ 1295677 h 2382838"/>
                <a:gd name="T4" fmla="*/ 1341852 w 2049463"/>
                <a:gd name="T5" fmla="*/ 1452043 h 2382838"/>
                <a:gd name="T6" fmla="*/ 1227112 w 2049463"/>
                <a:gd name="T7" fmla="*/ 1592233 h 2382838"/>
                <a:gd name="T8" fmla="*/ 1090183 w 2049463"/>
                <a:gd name="T9" fmla="*/ 1710220 h 2382838"/>
                <a:gd name="T10" fmla="*/ 927897 w 2049463"/>
                <a:gd name="T11" fmla="*/ 1790148 h 2382838"/>
                <a:gd name="T12" fmla="*/ 893031 w 2049463"/>
                <a:gd name="T13" fmla="*/ 1808544 h 2382838"/>
                <a:gd name="T14" fmla="*/ 1005870 w 2049463"/>
                <a:gd name="T15" fmla="*/ 1790148 h 2382838"/>
                <a:gd name="T16" fmla="*/ 1176080 w 2049463"/>
                <a:gd name="T17" fmla="*/ 1703243 h 2382838"/>
                <a:gd name="T18" fmla="*/ 1316812 w 2049463"/>
                <a:gd name="T19" fmla="*/ 1573837 h 2382838"/>
                <a:gd name="T20" fmla="*/ 1427116 w 2049463"/>
                <a:gd name="T21" fmla="*/ 1418105 h 2382838"/>
                <a:gd name="T22" fmla="*/ 1504772 w 2049463"/>
                <a:gd name="T23" fmla="*/ 1244295 h 2382838"/>
                <a:gd name="T24" fmla="*/ 1542491 w 2049463"/>
                <a:gd name="T25" fmla="*/ 1058433 h 2382838"/>
                <a:gd name="T26" fmla="*/ 825320 w 2049463"/>
                <a:gd name="T27" fmla="*/ 498370 h 2382838"/>
                <a:gd name="T28" fmla="*/ 1161111 w 2049463"/>
                <a:gd name="T29" fmla="*/ 34295 h 2382838"/>
                <a:gd name="T30" fmla="*/ 1128377 w 2049463"/>
                <a:gd name="T31" fmla="*/ 77524 h 2382838"/>
                <a:gd name="T32" fmla="*/ 1068313 w 2049463"/>
                <a:gd name="T33" fmla="*/ 163665 h 2382838"/>
                <a:gd name="T34" fmla="*/ 1019054 w 2049463"/>
                <a:gd name="T35" fmla="*/ 284454 h 2382838"/>
                <a:gd name="T36" fmla="*/ 972020 w 2049463"/>
                <a:gd name="T37" fmla="*/ 335948 h 2382838"/>
                <a:gd name="T38" fmla="*/ 907189 w 2049463"/>
                <a:gd name="T39" fmla="*/ 364873 h 2382838"/>
                <a:gd name="T40" fmla="*/ 844264 w 2049463"/>
                <a:gd name="T41" fmla="*/ 279050 h 2382838"/>
                <a:gd name="T42" fmla="*/ 911002 w 2049463"/>
                <a:gd name="T43" fmla="*/ 164936 h 2382838"/>
                <a:gd name="T44" fmla="*/ 1017465 w 2049463"/>
                <a:gd name="T45" fmla="*/ 84835 h 2382838"/>
                <a:gd name="T46" fmla="*/ 988545 w 2049463"/>
                <a:gd name="T47" fmla="*/ 88013 h 2382838"/>
                <a:gd name="T48" fmla="*/ 874455 w 2049463"/>
                <a:gd name="T49" fmla="*/ 169387 h 2382838"/>
                <a:gd name="T50" fmla="*/ 840133 w 2049463"/>
                <a:gd name="T51" fmla="*/ 79431 h 2382838"/>
                <a:gd name="T52" fmla="*/ 911320 w 2049463"/>
                <a:gd name="T53" fmla="*/ 39380 h 2382838"/>
                <a:gd name="T54" fmla="*/ 768725 w 2049463"/>
                <a:gd name="T55" fmla="*/ 0 h 2382838"/>
                <a:gd name="T56" fmla="*/ 933044 w 2049463"/>
                <a:gd name="T57" fmla="*/ 438493 h 2382838"/>
                <a:gd name="T58" fmla="*/ 1089133 w 2049463"/>
                <a:gd name="T59" fmla="*/ 405495 h 2382838"/>
                <a:gd name="T60" fmla="*/ 1262037 w 2049463"/>
                <a:gd name="T61" fmla="*/ 416600 h 2382838"/>
                <a:gd name="T62" fmla="*/ 1426691 w 2049463"/>
                <a:gd name="T63" fmla="*/ 483865 h 2382838"/>
                <a:gd name="T64" fmla="*/ 1523771 w 2049463"/>
                <a:gd name="T65" fmla="*/ 570802 h 2382838"/>
                <a:gd name="T66" fmla="*/ 1578022 w 2049463"/>
                <a:gd name="T67" fmla="*/ 655201 h 2382838"/>
                <a:gd name="T68" fmla="*/ 1616410 w 2049463"/>
                <a:gd name="T69" fmla="*/ 760223 h 2382838"/>
                <a:gd name="T70" fmla="*/ 1636397 w 2049463"/>
                <a:gd name="T71" fmla="*/ 887774 h 2382838"/>
                <a:gd name="T72" fmla="*/ 1628148 w 2049463"/>
                <a:gd name="T73" fmla="*/ 1071166 h 2382838"/>
                <a:gd name="T74" fmla="*/ 1571042 w 2049463"/>
                <a:gd name="T75" fmla="*/ 1281211 h 2382838"/>
                <a:gd name="T76" fmla="*/ 1471742 w 2049463"/>
                <a:gd name="T77" fmla="*/ 1479517 h 2382838"/>
                <a:gd name="T78" fmla="*/ 1338812 w 2049463"/>
                <a:gd name="T79" fmla="*/ 1653390 h 2382838"/>
                <a:gd name="T80" fmla="*/ 1180820 w 2049463"/>
                <a:gd name="T81" fmla="*/ 1790141 h 2382838"/>
                <a:gd name="T82" fmla="*/ 1007282 w 2049463"/>
                <a:gd name="T83" fmla="*/ 1877079 h 2382838"/>
                <a:gd name="T84" fmla="*/ 841358 w 2049463"/>
                <a:gd name="T85" fmla="*/ 1904365 h 2382838"/>
                <a:gd name="T86" fmla="*/ 693835 w 2049463"/>
                <a:gd name="T87" fmla="*/ 1892308 h 2382838"/>
                <a:gd name="T88" fmla="*/ 503482 w 2049463"/>
                <a:gd name="T89" fmla="*/ 1825044 h 2382838"/>
                <a:gd name="T90" fmla="*/ 335972 w 2049463"/>
                <a:gd name="T91" fmla="*/ 1706060 h 2382838"/>
                <a:gd name="T92" fmla="*/ 196698 w 2049463"/>
                <a:gd name="T93" fmla="*/ 1547416 h 2382838"/>
                <a:gd name="T94" fmla="*/ 91052 w 2049463"/>
                <a:gd name="T95" fmla="*/ 1359581 h 2382838"/>
                <a:gd name="T96" fmla="*/ 23794 w 2049463"/>
                <a:gd name="T97" fmla="*/ 1154930 h 2382838"/>
                <a:gd name="T98" fmla="*/ 0 w 2049463"/>
                <a:gd name="T99" fmla="*/ 944885 h 2382838"/>
                <a:gd name="T100" fmla="*/ 11104 w 2049463"/>
                <a:gd name="T101" fmla="*/ 802422 h 2382838"/>
                <a:gd name="T102" fmla="*/ 42513 w 2049463"/>
                <a:gd name="T103" fmla="*/ 684709 h 2382838"/>
                <a:gd name="T104" fmla="*/ 91052 w 2049463"/>
                <a:gd name="T105" fmla="*/ 589522 h 2382838"/>
                <a:gd name="T106" fmla="*/ 153551 w 2049463"/>
                <a:gd name="T107" fmla="*/ 515594 h 2382838"/>
                <a:gd name="T108" fmla="*/ 275060 w 2049463"/>
                <a:gd name="T109" fmla="*/ 436906 h 2382838"/>
                <a:gd name="T110" fmla="*/ 445742 w 2049463"/>
                <a:gd name="T111" fmla="*/ 396928 h 2382838"/>
                <a:gd name="T112" fmla="*/ 614838 w 2049463"/>
                <a:gd name="T113" fmla="*/ 409620 h 2382838"/>
                <a:gd name="T114" fmla="*/ 757286 w 2049463"/>
                <a:gd name="T115" fmla="*/ 460386 h 23828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49463" h="2382838">
                  <a:moveTo>
                    <a:pt x="1927230" y="1182687"/>
                  </a:moveTo>
                  <a:lnTo>
                    <a:pt x="1924454" y="1205698"/>
                  </a:lnTo>
                  <a:lnTo>
                    <a:pt x="1920886" y="1229105"/>
                  </a:lnTo>
                  <a:lnTo>
                    <a:pt x="1917317" y="1252115"/>
                  </a:lnTo>
                  <a:lnTo>
                    <a:pt x="1913352" y="1274728"/>
                  </a:lnTo>
                  <a:lnTo>
                    <a:pt x="1908594" y="1297342"/>
                  </a:lnTo>
                  <a:lnTo>
                    <a:pt x="1903043" y="1320352"/>
                  </a:lnTo>
                  <a:lnTo>
                    <a:pt x="1897888" y="1342569"/>
                  </a:lnTo>
                  <a:lnTo>
                    <a:pt x="1892337" y="1364786"/>
                  </a:lnTo>
                  <a:lnTo>
                    <a:pt x="1885596" y="1387003"/>
                  </a:lnTo>
                  <a:lnTo>
                    <a:pt x="1879252" y="1408823"/>
                  </a:lnTo>
                  <a:lnTo>
                    <a:pt x="1872115" y="1430643"/>
                  </a:lnTo>
                  <a:lnTo>
                    <a:pt x="1865374" y="1452463"/>
                  </a:lnTo>
                  <a:lnTo>
                    <a:pt x="1857444" y="1473886"/>
                  </a:lnTo>
                  <a:lnTo>
                    <a:pt x="1849513" y="1495310"/>
                  </a:lnTo>
                  <a:lnTo>
                    <a:pt x="1840790" y="1516733"/>
                  </a:lnTo>
                  <a:lnTo>
                    <a:pt x="1832463" y="1537760"/>
                  </a:lnTo>
                  <a:lnTo>
                    <a:pt x="1813827" y="1579416"/>
                  </a:lnTo>
                  <a:lnTo>
                    <a:pt x="1804311" y="1600046"/>
                  </a:lnTo>
                  <a:lnTo>
                    <a:pt x="1794002" y="1620676"/>
                  </a:lnTo>
                  <a:lnTo>
                    <a:pt x="1784089" y="1640909"/>
                  </a:lnTo>
                  <a:lnTo>
                    <a:pt x="1773779" y="1661143"/>
                  </a:lnTo>
                  <a:lnTo>
                    <a:pt x="1762677" y="1680979"/>
                  </a:lnTo>
                  <a:lnTo>
                    <a:pt x="1751575" y="1701212"/>
                  </a:lnTo>
                  <a:lnTo>
                    <a:pt x="1740076" y="1720652"/>
                  </a:lnTo>
                  <a:lnTo>
                    <a:pt x="1728180" y="1740092"/>
                  </a:lnTo>
                  <a:lnTo>
                    <a:pt x="1716682" y="1759531"/>
                  </a:lnTo>
                  <a:lnTo>
                    <a:pt x="1704390" y="1778971"/>
                  </a:lnTo>
                  <a:lnTo>
                    <a:pt x="1691701" y="1797617"/>
                  </a:lnTo>
                  <a:lnTo>
                    <a:pt x="1678616" y="1816264"/>
                  </a:lnTo>
                  <a:lnTo>
                    <a:pt x="1665531" y="1834910"/>
                  </a:lnTo>
                  <a:lnTo>
                    <a:pt x="1652050" y="1853159"/>
                  </a:lnTo>
                  <a:lnTo>
                    <a:pt x="1638569" y="1871409"/>
                  </a:lnTo>
                  <a:lnTo>
                    <a:pt x="1624294" y="1889262"/>
                  </a:lnTo>
                  <a:lnTo>
                    <a:pt x="1610416" y="1907115"/>
                  </a:lnTo>
                  <a:lnTo>
                    <a:pt x="1596142" y="1924571"/>
                  </a:lnTo>
                  <a:lnTo>
                    <a:pt x="1581074" y="1942027"/>
                  </a:lnTo>
                  <a:lnTo>
                    <a:pt x="1566007" y="1958689"/>
                  </a:lnTo>
                  <a:lnTo>
                    <a:pt x="1550543" y="1975749"/>
                  </a:lnTo>
                  <a:lnTo>
                    <a:pt x="1535079" y="1991618"/>
                  </a:lnTo>
                  <a:lnTo>
                    <a:pt x="1519218" y="2008281"/>
                  </a:lnTo>
                  <a:lnTo>
                    <a:pt x="1503358" y="2024150"/>
                  </a:lnTo>
                  <a:lnTo>
                    <a:pt x="1487101" y="2039622"/>
                  </a:lnTo>
                  <a:lnTo>
                    <a:pt x="1470051" y="2055095"/>
                  </a:lnTo>
                  <a:lnTo>
                    <a:pt x="1453001" y="2069774"/>
                  </a:lnTo>
                  <a:lnTo>
                    <a:pt x="1435554" y="2084453"/>
                  </a:lnTo>
                  <a:lnTo>
                    <a:pt x="1418108" y="2098735"/>
                  </a:lnTo>
                  <a:lnTo>
                    <a:pt x="1400661" y="2112620"/>
                  </a:lnTo>
                  <a:lnTo>
                    <a:pt x="1382422" y="2126109"/>
                  </a:lnTo>
                  <a:lnTo>
                    <a:pt x="1363785" y="2139201"/>
                  </a:lnTo>
                  <a:lnTo>
                    <a:pt x="1344753" y="2151897"/>
                  </a:lnTo>
                  <a:lnTo>
                    <a:pt x="1325720" y="2163798"/>
                  </a:lnTo>
                  <a:lnTo>
                    <a:pt x="1306291" y="2175304"/>
                  </a:lnTo>
                  <a:lnTo>
                    <a:pt x="1286465" y="2186412"/>
                  </a:lnTo>
                  <a:lnTo>
                    <a:pt x="1266243" y="2196727"/>
                  </a:lnTo>
                  <a:lnTo>
                    <a:pt x="1246021" y="2207042"/>
                  </a:lnTo>
                  <a:lnTo>
                    <a:pt x="1225006" y="2216167"/>
                  </a:lnTo>
                  <a:lnTo>
                    <a:pt x="1203991" y="2224895"/>
                  </a:lnTo>
                  <a:lnTo>
                    <a:pt x="1182579" y="2232036"/>
                  </a:lnTo>
                  <a:lnTo>
                    <a:pt x="1160771" y="2239177"/>
                  </a:lnTo>
                  <a:lnTo>
                    <a:pt x="1138566" y="2245128"/>
                  </a:lnTo>
                  <a:lnTo>
                    <a:pt x="1116361" y="2250682"/>
                  </a:lnTo>
                  <a:lnTo>
                    <a:pt x="1093364" y="2255046"/>
                  </a:lnTo>
                  <a:lnTo>
                    <a:pt x="1069969" y="2258220"/>
                  </a:lnTo>
                  <a:lnTo>
                    <a:pt x="1063625" y="2260204"/>
                  </a:lnTo>
                  <a:lnTo>
                    <a:pt x="1069969" y="2260204"/>
                  </a:lnTo>
                  <a:lnTo>
                    <a:pt x="1081865" y="2260997"/>
                  </a:lnTo>
                  <a:lnTo>
                    <a:pt x="1093760" y="2261790"/>
                  </a:lnTo>
                  <a:lnTo>
                    <a:pt x="1105259" y="2262187"/>
                  </a:lnTo>
                  <a:lnTo>
                    <a:pt x="1117154" y="2262187"/>
                  </a:lnTo>
                  <a:lnTo>
                    <a:pt x="1129446" y="2261790"/>
                  </a:lnTo>
                  <a:lnTo>
                    <a:pt x="1141342" y="2261394"/>
                  </a:lnTo>
                  <a:lnTo>
                    <a:pt x="1152841" y="2260600"/>
                  </a:lnTo>
                  <a:lnTo>
                    <a:pt x="1164736" y="2259410"/>
                  </a:lnTo>
                  <a:lnTo>
                    <a:pt x="1176631" y="2257426"/>
                  </a:lnTo>
                  <a:lnTo>
                    <a:pt x="1188130" y="2255840"/>
                  </a:lnTo>
                  <a:lnTo>
                    <a:pt x="1200026" y="2253459"/>
                  </a:lnTo>
                  <a:lnTo>
                    <a:pt x="1211921" y="2251476"/>
                  </a:lnTo>
                  <a:lnTo>
                    <a:pt x="1235315" y="2245921"/>
                  </a:lnTo>
                  <a:lnTo>
                    <a:pt x="1258313" y="2239177"/>
                  </a:lnTo>
                  <a:lnTo>
                    <a:pt x="1281311" y="2231639"/>
                  </a:lnTo>
                  <a:lnTo>
                    <a:pt x="1303515" y="2223308"/>
                  </a:lnTo>
                  <a:lnTo>
                    <a:pt x="1325720" y="2213786"/>
                  </a:lnTo>
                  <a:lnTo>
                    <a:pt x="1347528" y="2204265"/>
                  </a:lnTo>
                  <a:lnTo>
                    <a:pt x="1368940" y="2193553"/>
                  </a:lnTo>
                  <a:lnTo>
                    <a:pt x="1390352" y="2182048"/>
                  </a:lnTo>
                  <a:lnTo>
                    <a:pt x="1410970" y="2169749"/>
                  </a:lnTo>
                  <a:lnTo>
                    <a:pt x="1431193" y="2157054"/>
                  </a:lnTo>
                  <a:lnTo>
                    <a:pt x="1451811" y="2143962"/>
                  </a:lnTo>
                  <a:lnTo>
                    <a:pt x="1471240" y="2130473"/>
                  </a:lnTo>
                  <a:lnTo>
                    <a:pt x="1490669" y="2116191"/>
                  </a:lnTo>
                  <a:lnTo>
                    <a:pt x="1509305" y="2101115"/>
                  </a:lnTo>
                  <a:lnTo>
                    <a:pt x="1527941" y="2086039"/>
                  </a:lnTo>
                  <a:lnTo>
                    <a:pt x="1545785" y="2070170"/>
                  </a:lnTo>
                  <a:lnTo>
                    <a:pt x="1563628" y="2054698"/>
                  </a:lnTo>
                  <a:lnTo>
                    <a:pt x="1581074" y="2038035"/>
                  </a:lnTo>
                  <a:lnTo>
                    <a:pt x="1598124" y="2020976"/>
                  </a:lnTo>
                  <a:lnTo>
                    <a:pt x="1614778" y="2003917"/>
                  </a:lnTo>
                  <a:lnTo>
                    <a:pt x="1631431" y="1986460"/>
                  </a:lnTo>
                  <a:lnTo>
                    <a:pt x="1647292" y="1968608"/>
                  </a:lnTo>
                  <a:lnTo>
                    <a:pt x="1662756" y="1950358"/>
                  </a:lnTo>
                  <a:lnTo>
                    <a:pt x="1677823" y="1932109"/>
                  </a:lnTo>
                  <a:lnTo>
                    <a:pt x="1692891" y="1913066"/>
                  </a:lnTo>
                  <a:lnTo>
                    <a:pt x="1707165" y="1894023"/>
                  </a:lnTo>
                  <a:lnTo>
                    <a:pt x="1721440" y="1874980"/>
                  </a:lnTo>
                  <a:lnTo>
                    <a:pt x="1734921" y="1854746"/>
                  </a:lnTo>
                  <a:lnTo>
                    <a:pt x="1748006" y="1834910"/>
                  </a:lnTo>
                  <a:lnTo>
                    <a:pt x="1761091" y="1815073"/>
                  </a:lnTo>
                  <a:lnTo>
                    <a:pt x="1773383" y="1794444"/>
                  </a:lnTo>
                  <a:lnTo>
                    <a:pt x="1785278" y="1773814"/>
                  </a:lnTo>
                  <a:lnTo>
                    <a:pt x="1797174" y="1753184"/>
                  </a:lnTo>
                  <a:lnTo>
                    <a:pt x="1808673" y="1732157"/>
                  </a:lnTo>
                  <a:lnTo>
                    <a:pt x="1818982" y="1710734"/>
                  </a:lnTo>
                  <a:lnTo>
                    <a:pt x="1829291" y="1689310"/>
                  </a:lnTo>
                  <a:lnTo>
                    <a:pt x="1839601" y="1667490"/>
                  </a:lnTo>
                  <a:lnTo>
                    <a:pt x="1849117" y="1645670"/>
                  </a:lnTo>
                  <a:lnTo>
                    <a:pt x="1858237" y="1623453"/>
                  </a:lnTo>
                  <a:lnTo>
                    <a:pt x="1866563" y="1601633"/>
                  </a:lnTo>
                  <a:lnTo>
                    <a:pt x="1874890" y="1579020"/>
                  </a:lnTo>
                  <a:lnTo>
                    <a:pt x="1882424" y="1556406"/>
                  </a:lnTo>
                  <a:lnTo>
                    <a:pt x="1889561" y="1533396"/>
                  </a:lnTo>
                  <a:lnTo>
                    <a:pt x="1896302" y="1510782"/>
                  </a:lnTo>
                  <a:lnTo>
                    <a:pt x="1902250" y="1487772"/>
                  </a:lnTo>
                  <a:lnTo>
                    <a:pt x="1907801" y="1464762"/>
                  </a:lnTo>
                  <a:lnTo>
                    <a:pt x="1913352" y="1441355"/>
                  </a:lnTo>
                  <a:lnTo>
                    <a:pt x="1917714" y="1417948"/>
                  </a:lnTo>
                  <a:lnTo>
                    <a:pt x="1921679" y="1394937"/>
                  </a:lnTo>
                  <a:lnTo>
                    <a:pt x="1924851" y="1371134"/>
                  </a:lnTo>
                  <a:lnTo>
                    <a:pt x="1927626" y="1347727"/>
                  </a:lnTo>
                  <a:lnTo>
                    <a:pt x="1929609" y="1323923"/>
                  </a:lnTo>
                  <a:lnTo>
                    <a:pt x="1931195" y="1300516"/>
                  </a:lnTo>
                  <a:lnTo>
                    <a:pt x="1931988" y="1277109"/>
                  </a:lnTo>
                  <a:lnTo>
                    <a:pt x="1931988" y="1252908"/>
                  </a:lnTo>
                  <a:lnTo>
                    <a:pt x="1931195" y="1229501"/>
                  </a:lnTo>
                  <a:lnTo>
                    <a:pt x="1929609" y="1206094"/>
                  </a:lnTo>
                  <a:lnTo>
                    <a:pt x="1927230" y="1182687"/>
                  </a:lnTo>
                  <a:close/>
                  <a:moveTo>
                    <a:pt x="1032450" y="623378"/>
                  </a:moveTo>
                  <a:lnTo>
                    <a:pt x="1017099" y="623696"/>
                  </a:lnTo>
                  <a:lnTo>
                    <a:pt x="1024732" y="630238"/>
                  </a:lnTo>
                  <a:lnTo>
                    <a:pt x="1032450" y="623378"/>
                  </a:lnTo>
                  <a:close/>
                  <a:moveTo>
                    <a:pt x="1292298" y="23812"/>
                  </a:moveTo>
                  <a:lnTo>
                    <a:pt x="1310586" y="23812"/>
                  </a:lnTo>
                  <a:lnTo>
                    <a:pt x="1328078" y="24607"/>
                  </a:lnTo>
                  <a:lnTo>
                    <a:pt x="1345173" y="26198"/>
                  </a:lnTo>
                  <a:lnTo>
                    <a:pt x="1361871" y="27391"/>
                  </a:lnTo>
                  <a:lnTo>
                    <a:pt x="1377773" y="28981"/>
                  </a:lnTo>
                  <a:lnTo>
                    <a:pt x="1392483" y="31367"/>
                  </a:lnTo>
                  <a:lnTo>
                    <a:pt x="1406397" y="33355"/>
                  </a:lnTo>
                  <a:lnTo>
                    <a:pt x="1431841" y="38126"/>
                  </a:lnTo>
                  <a:lnTo>
                    <a:pt x="1452514" y="42897"/>
                  </a:lnTo>
                  <a:lnTo>
                    <a:pt x="1468019" y="46873"/>
                  </a:lnTo>
                  <a:lnTo>
                    <a:pt x="1481138" y="50849"/>
                  </a:lnTo>
                  <a:lnTo>
                    <a:pt x="1471597" y="54825"/>
                  </a:lnTo>
                  <a:lnTo>
                    <a:pt x="1462453" y="59596"/>
                  </a:lnTo>
                  <a:lnTo>
                    <a:pt x="1453309" y="64765"/>
                  </a:lnTo>
                  <a:lnTo>
                    <a:pt x="1444563" y="70728"/>
                  </a:lnTo>
                  <a:lnTo>
                    <a:pt x="1435817" y="76295"/>
                  </a:lnTo>
                  <a:lnTo>
                    <a:pt x="1427468" y="83054"/>
                  </a:lnTo>
                  <a:lnTo>
                    <a:pt x="1419517" y="89813"/>
                  </a:lnTo>
                  <a:lnTo>
                    <a:pt x="1411565" y="96970"/>
                  </a:lnTo>
                  <a:lnTo>
                    <a:pt x="1404409" y="104922"/>
                  </a:lnTo>
                  <a:lnTo>
                    <a:pt x="1396856" y="112476"/>
                  </a:lnTo>
                  <a:lnTo>
                    <a:pt x="1389700" y="120825"/>
                  </a:lnTo>
                  <a:lnTo>
                    <a:pt x="1383339" y="129175"/>
                  </a:lnTo>
                  <a:lnTo>
                    <a:pt x="1376580" y="137922"/>
                  </a:lnTo>
                  <a:lnTo>
                    <a:pt x="1370219" y="147067"/>
                  </a:lnTo>
                  <a:lnTo>
                    <a:pt x="1363858" y="156211"/>
                  </a:lnTo>
                  <a:lnTo>
                    <a:pt x="1357895" y="165356"/>
                  </a:lnTo>
                  <a:lnTo>
                    <a:pt x="1347161" y="185236"/>
                  </a:lnTo>
                  <a:lnTo>
                    <a:pt x="1336427" y="204718"/>
                  </a:lnTo>
                  <a:lnTo>
                    <a:pt x="1326886" y="224995"/>
                  </a:lnTo>
                  <a:lnTo>
                    <a:pt x="1318139" y="245273"/>
                  </a:lnTo>
                  <a:lnTo>
                    <a:pt x="1309791" y="265153"/>
                  </a:lnTo>
                  <a:lnTo>
                    <a:pt x="1302237" y="285430"/>
                  </a:lnTo>
                  <a:lnTo>
                    <a:pt x="1295478" y="304912"/>
                  </a:lnTo>
                  <a:lnTo>
                    <a:pt x="1288720" y="323997"/>
                  </a:lnTo>
                  <a:lnTo>
                    <a:pt x="1286335" y="331949"/>
                  </a:lnTo>
                  <a:lnTo>
                    <a:pt x="1282757" y="339900"/>
                  </a:lnTo>
                  <a:lnTo>
                    <a:pt x="1279179" y="347852"/>
                  </a:lnTo>
                  <a:lnTo>
                    <a:pt x="1274805" y="355804"/>
                  </a:lnTo>
                  <a:lnTo>
                    <a:pt x="1270432" y="363359"/>
                  </a:lnTo>
                  <a:lnTo>
                    <a:pt x="1265662" y="370515"/>
                  </a:lnTo>
                  <a:lnTo>
                    <a:pt x="1260493" y="377672"/>
                  </a:lnTo>
                  <a:lnTo>
                    <a:pt x="1254530" y="384034"/>
                  </a:lnTo>
                  <a:lnTo>
                    <a:pt x="1248964" y="390793"/>
                  </a:lnTo>
                  <a:lnTo>
                    <a:pt x="1243001" y="397154"/>
                  </a:lnTo>
                  <a:lnTo>
                    <a:pt x="1236640" y="403516"/>
                  </a:lnTo>
                  <a:lnTo>
                    <a:pt x="1229881" y="409082"/>
                  </a:lnTo>
                  <a:lnTo>
                    <a:pt x="1223123" y="414648"/>
                  </a:lnTo>
                  <a:lnTo>
                    <a:pt x="1215967" y="420215"/>
                  </a:lnTo>
                  <a:lnTo>
                    <a:pt x="1208413" y="425383"/>
                  </a:lnTo>
                  <a:lnTo>
                    <a:pt x="1200859" y="429757"/>
                  </a:lnTo>
                  <a:lnTo>
                    <a:pt x="1192908" y="434528"/>
                  </a:lnTo>
                  <a:lnTo>
                    <a:pt x="1185355" y="438504"/>
                  </a:lnTo>
                  <a:lnTo>
                    <a:pt x="1177404" y="442480"/>
                  </a:lnTo>
                  <a:lnTo>
                    <a:pt x="1169055" y="445661"/>
                  </a:lnTo>
                  <a:lnTo>
                    <a:pt x="1160706" y="448842"/>
                  </a:lnTo>
                  <a:lnTo>
                    <a:pt x="1151960" y="452022"/>
                  </a:lnTo>
                  <a:lnTo>
                    <a:pt x="1143611" y="454010"/>
                  </a:lnTo>
                  <a:lnTo>
                    <a:pt x="1134865" y="456396"/>
                  </a:lnTo>
                  <a:lnTo>
                    <a:pt x="1126118" y="458384"/>
                  </a:lnTo>
                  <a:lnTo>
                    <a:pt x="1117372" y="459974"/>
                  </a:lnTo>
                  <a:lnTo>
                    <a:pt x="1108228" y="460769"/>
                  </a:lnTo>
                  <a:lnTo>
                    <a:pt x="1099482" y="461565"/>
                  </a:lnTo>
                  <a:lnTo>
                    <a:pt x="1090736" y="461962"/>
                  </a:lnTo>
                  <a:lnTo>
                    <a:pt x="1081592" y="461565"/>
                  </a:lnTo>
                  <a:lnTo>
                    <a:pt x="1072846" y="461167"/>
                  </a:lnTo>
                  <a:lnTo>
                    <a:pt x="1064099" y="460372"/>
                  </a:lnTo>
                  <a:lnTo>
                    <a:pt x="1050980" y="364154"/>
                  </a:lnTo>
                  <a:lnTo>
                    <a:pt x="1056148" y="349045"/>
                  </a:lnTo>
                  <a:lnTo>
                    <a:pt x="1062907" y="333937"/>
                  </a:lnTo>
                  <a:lnTo>
                    <a:pt x="1069268" y="318430"/>
                  </a:lnTo>
                  <a:lnTo>
                    <a:pt x="1076424" y="303719"/>
                  </a:lnTo>
                  <a:lnTo>
                    <a:pt x="1083977" y="289008"/>
                  </a:lnTo>
                  <a:lnTo>
                    <a:pt x="1091928" y="274297"/>
                  </a:lnTo>
                  <a:lnTo>
                    <a:pt x="1100277" y="259984"/>
                  </a:lnTo>
                  <a:lnTo>
                    <a:pt x="1109421" y="246068"/>
                  </a:lnTo>
                  <a:lnTo>
                    <a:pt x="1118962" y="232550"/>
                  </a:lnTo>
                  <a:lnTo>
                    <a:pt x="1128901" y="219429"/>
                  </a:lnTo>
                  <a:lnTo>
                    <a:pt x="1139635" y="206308"/>
                  </a:lnTo>
                  <a:lnTo>
                    <a:pt x="1150767" y="193585"/>
                  </a:lnTo>
                  <a:lnTo>
                    <a:pt x="1161899" y="181658"/>
                  </a:lnTo>
                  <a:lnTo>
                    <a:pt x="1174223" y="169730"/>
                  </a:lnTo>
                  <a:lnTo>
                    <a:pt x="1186945" y="158995"/>
                  </a:lnTo>
                  <a:lnTo>
                    <a:pt x="1200064" y="148657"/>
                  </a:lnTo>
                  <a:lnTo>
                    <a:pt x="1213581" y="138717"/>
                  </a:lnTo>
                  <a:lnTo>
                    <a:pt x="1227496" y="129175"/>
                  </a:lnTo>
                  <a:lnTo>
                    <a:pt x="1242206" y="120825"/>
                  </a:lnTo>
                  <a:lnTo>
                    <a:pt x="1257313" y="112874"/>
                  </a:lnTo>
                  <a:lnTo>
                    <a:pt x="1272818" y="106114"/>
                  </a:lnTo>
                  <a:lnTo>
                    <a:pt x="1288322" y="99355"/>
                  </a:lnTo>
                  <a:lnTo>
                    <a:pt x="1304622" y="93789"/>
                  </a:lnTo>
                  <a:lnTo>
                    <a:pt x="1321320" y="89018"/>
                  </a:lnTo>
                  <a:lnTo>
                    <a:pt x="1337620" y="84644"/>
                  </a:lnTo>
                  <a:lnTo>
                    <a:pt x="1320922" y="86632"/>
                  </a:lnTo>
                  <a:lnTo>
                    <a:pt x="1303827" y="89813"/>
                  </a:lnTo>
                  <a:lnTo>
                    <a:pt x="1286732" y="93789"/>
                  </a:lnTo>
                  <a:lnTo>
                    <a:pt x="1270035" y="98163"/>
                  </a:lnTo>
                  <a:lnTo>
                    <a:pt x="1253337" y="103331"/>
                  </a:lnTo>
                  <a:lnTo>
                    <a:pt x="1236640" y="110090"/>
                  </a:lnTo>
                  <a:lnTo>
                    <a:pt x="1220737" y="116850"/>
                  </a:lnTo>
                  <a:lnTo>
                    <a:pt x="1204835" y="124801"/>
                  </a:lnTo>
                  <a:lnTo>
                    <a:pt x="1189728" y="133151"/>
                  </a:lnTo>
                  <a:lnTo>
                    <a:pt x="1174621" y="142693"/>
                  </a:lnTo>
                  <a:lnTo>
                    <a:pt x="1159911" y="153031"/>
                  </a:lnTo>
                  <a:lnTo>
                    <a:pt x="1145996" y="163368"/>
                  </a:lnTo>
                  <a:lnTo>
                    <a:pt x="1132082" y="174898"/>
                  </a:lnTo>
                  <a:lnTo>
                    <a:pt x="1118565" y="186429"/>
                  </a:lnTo>
                  <a:lnTo>
                    <a:pt x="1105843" y="198754"/>
                  </a:lnTo>
                  <a:lnTo>
                    <a:pt x="1093916" y="211875"/>
                  </a:lnTo>
                  <a:lnTo>
                    <a:pt x="1086363" y="220224"/>
                  </a:lnTo>
                  <a:lnTo>
                    <a:pt x="1079207" y="228574"/>
                  </a:lnTo>
                  <a:lnTo>
                    <a:pt x="1065292" y="246068"/>
                  </a:lnTo>
                  <a:lnTo>
                    <a:pt x="1052173" y="263960"/>
                  </a:lnTo>
                  <a:lnTo>
                    <a:pt x="1039848" y="282249"/>
                  </a:lnTo>
                  <a:lnTo>
                    <a:pt x="1019175" y="129175"/>
                  </a:lnTo>
                  <a:lnTo>
                    <a:pt x="1026729" y="120825"/>
                  </a:lnTo>
                  <a:lnTo>
                    <a:pt x="1034680" y="113669"/>
                  </a:lnTo>
                  <a:lnTo>
                    <a:pt x="1042631" y="106114"/>
                  </a:lnTo>
                  <a:lnTo>
                    <a:pt x="1050980" y="99355"/>
                  </a:lnTo>
                  <a:lnTo>
                    <a:pt x="1059329" y="92994"/>
                  </a:lnTo>
                  <a:lnTo>
                    <a:pt x="1067677" y="86235"/>
                  </a:lnTo>
                  <a:lnTo>
                    <a:pt x="1076424" y="80668"/>
                  </a:lnTo>
                  <a:lnTo>
                    <a:pt x="1085170" y="75500"/>
                  </a:lnTo>
                  <a:lnTo>
                    <a:pt x="1094314" y="70331"/>
                  </a:lnTo>
                  <a:lnTo>
                    <a:pt x="1103060" y="65560"/>
                  </a:lnTo>
                  <a:lnTo>
                    <a:pt x="1112204" y="60391"/>
                  </a:lnTo>
                  <a:lnTo>
                    <a:pt x="1121348" y="56813"/>
                  </a:lnTo>
                  <a:lnTo>
                    <a:pt x="1130889" y="52837"/>
                  </a:lnTo>
                  <a:lnTo>
                    <a:pt x="1140033" y="49258"/>
                  </a:lnTo>
                  <a:lnTo>
                    <a:pt x="1149574" y="45680"/>
                  </a:lnTo>
                  <a:lnTo>
                    <a:pt x="1159513" y="42499"/>
                  </a:lnTo>
                  <a:lnTo>
                    <a:pt x="1178199" y="37330"/>
                  </a:lnTo>
                  <a:lnTo>
                    <a:pt x="1197281" y="32957"/>
                  </a:lnTo>
                  <a:lnTo>
                    <a:pt x="1217159" y="29379"/>
                  </a:lnTo>
                  <a:lnTo>
                    <a:pt x="1235845" y="26993"/>
                  </a:lnTo>
                  <a:lnTo>
                    <a:pt x="1255325" y="25005"/>
                  </a:lnTo>
                  <a:lnTo>
                    <a:pt x="1274010" y="24210"/>
                  </a:lnTo>
                  <a:lnTo>
                    <a:pt x="1292298" y="23812"/>
                  </a:lnTo>
                  <a:close/>
                  <a:moveTo>
                    <a:pt x="961651" y="0"/>
                  </a:moveTo>
                  <a:lnTo>
                    <a:pt x="1044823" y="613213"/>
                  </a:lnTo>
                  <a:lnTo>
                    <a:pt x="1047354" y="611188"/>
                  </a:lnTo>
                  <a:lnTo>
                    <a:pt x="1060054" y="602060"/>
                  </a:lnTo>
                  <a:lnTo>
                    <a:pt x="1073547" y="593328"/>
                  </a:lnTo>
                  <a:lnTo>
                    <a:pt x="1087438" y="584994"/>
                  </a:lnTo>
                  <a:lnTo>
                    <a:pt x="1102519" y="577453"/>
                  </a:lnTo>
                  <a:lnTo>
                    <a:pt x="1117600" y="569516"/>
                  </a:lnTo>
                  <a:lnTo>
                    <a:pt x="1133872" y="561975"/>
                  </a:lnTo>
                  <a:lnTo>
                    <a:pt x="1150541" y="555228"/>
                  </a:lnTo>
                  <a:lnTo>
                    <a:pt x="1167210" y="548482"/>
                  </a:lnTo>
                  <a:lnTo>
                    <a:pt x="1184672" y="542132"/>
                  </a:lnTo>
                  <a:lnTo>
                    <a:pt x="1203325" y="536178"/>
                  </a:lnTo>
                  <a:lnTo>
                    <a:pt x="1221979" y="531019"/>
                  </a:lnTo>
                  <a:lnTo>
                    <a:pt x="1240632" y="526257"/>
                  </a:lnTo>
                  <a:lnTo>
                    <a:pt x="1260475" y="521891"/>
                  </a:lnTo>
                  <a:lnTo>
                    <a:pt x="1279922" y="517922"/>
                  </a:lnTo>
                  <a:lnTo>
                    <a:pt x="1300163" y="514350"/>
                  </a:lnTo>
                  <a:lnTo>
                    <a:pt x="1320801" y="511572"/>
                  </a:lnTo>
                  <a:lnTo>
                    <a:pt x="1341438" y="508794"/>
                  </a:lnTo>
                  <a:lnTo>
                    <a:pt x="1362472" y="507207"/>
                  </a:lnTo>
                  <a:lnTo>
                    <a:pt x="1383507" y="505619"/>
                  </a:lnTo>
                  <a:lnTo>
                    <a:pt x="1404938" y="504825"/>
                  </a:lnTo>
                  <a:lnTo>
                    <a:pt x="1426766" y="504825"/>
                  </a:lnTo>
                  <a:lnTo>
                    <a:pt x="1448197" y="505222"/>
                  </a:lnTo>
                  <a:lnTo>
                    <a:pt x="1470026" y="506016"/>
                  </a:lnTo>
                  <a:lnTo>
                    <a:pt x="1491853" y="508000"/>
                  </a:lnTo>
                  <a:lnTo>
                    <a:pt x="1513682" y="509985"/>
                  </a:lnTo>
                  <a:lnTo>
                    <a:pt x="1535510" y="513160"/>
                  </a:lnTo>
                  <a:lnTo>
                    <a:pt x="1556941" y="516732"/>
                  </a:lnTo>
                  <a:lnTo>
                    <a:pt x="1578769" y="521097"/>
                  </a:lnTo>
                  <a:lnTo>
                    <a:pt x="1600597" y="526257"/>
                  </a:lnTo>
                  <a:lnTo>
                    <a:pt x="1622029" y="531813"/>
                  </a:lnTo>
                  <a:lnTo>
                    <a:pt x="1642666" y="538560"/>
                  </a:lnTo>
                  <a:lnTo>
                    <a:pt x="1664097" y="545307"/>
                  </a:lnTo>
                  <a:lnTo>
                    <a:pt x="1684735" y="553244"/>
                  </a:lnTo>
                  <a:lnTo>
                    <a:pt x="1705769" y="561975"/>
                  </a:lnTo>
                  <a:lnTo>
                    <a:pt x="1725613" y="571500"/>
                  </a:lnTo>
                  <a:lnTo>
                    <a:pt x="1745853" y="582216"/>
                  </a:lnTo>
                  <a:lnTo>
                    <a:pt x="1765697" y="593328"/>
                  </a:lnTo>
                  <a:lnTo>
                    <a:pt x="1784747" y="605235"/>
                  </a:lnTo>
                  <a:lnTo>
                    <a:pt x="1803401" y="617935"/>
                  </a:lnTo>
                  <a:lnTo>
                    <a:pt x="1821657" y="631825"/>
                  </a:lnTo>
                  <a:lnTo>
                    <a:pt x="1839913" y="646113"/>
                  </a:lnTo>
                  <a:lnTo>
                    <a:pt x="1857375" y="661988"/>
                  </a:lnTo>
                  <a:lnTo>
                    <a:pt x="1865313" y="669925"/>
                  </a:lnTo>
                  <a:lnTo>
                    <a:pt x="1873647" y="678260"/>
                  </a:lnTo>
                  <a:lnTo>
                    <a:pt x="1881982" y="686991"/>
                  </a:lnTo>
                  <a:lnTo>
                    <a:pt x="1890316" y="695722"/>
                  </a:lnTo>
                  <a:lnTo>
                    <a:pt x="1898254" y="704850"/>
                  </a:lnTo>
                  <a:lnTo>
                    <a:pt x="1906191" y="713978"/>
                  </a:lnTo>
                  <a:lnTo>
                    <a:pt x="1913335" y="723107"/>
                  </a:lnTo>
                  <a:lnTo>
                    <a:pt x="1920875" y="733028"/>
                  </a:lnTo>
                  <a:lnTo>
                    <a:pt x="1928416" y="743347"/>
                  </a:lnTo>
                  <a:lnTo>
                    <a:pt x="1935163" y="753269"/>
                  </a:lnTo>
                  <a:lnTo>
                    <a:pt x="1942307" y="763588"/>
                  </a:lnTo>
                  <a:lnTo>
                    <a:pt x="1949054" y="774303"/>
                  </a:lnTo>
                  <a:lnTo>
                    <a:pt x="1955404" y="785019"/>
                  </a:lnTo>
                  <a:lnTo>
                    <a:pt x="1962151" y="796528"/>
                  </a:lnTo>
                  <a:lnTo>
                    <a:pt x="1968104" y="807641"/>
                  </a:lnTo>
                  <a:lnTo>
                    <a:pt x="1974057" y="819547"/>
                  </a:lnTo>
                  <a:lnTo>
                    <a:pt x="1980010" y="831850"/>
                  </a:lnTo>
                  <a:lnTo>
                    <a:pt x="1985566" y="844153"/>
                  </a:lnTo>
                  <a:lnTo>
                    <a:pt x="1990725" y="856457"/>
                  </a:lnTo>
                  <a:lnTo>
                    <a:pt x="1995885" y="868760"/>
                  </a:lnTo>
                  <a:lnTo>
                    <a:pt x="2000647" y="881857"/>
                  </a:lnTo>
                  <a:lnTo>
                    <a:pt x="2005807" y="895747"/>
                  </a:lnTo>
                  <a:lnTo>
                    <a:pt x="2010172" y="909241"/>
                  </a:lnTo>
                  <a:lnTo>
                    <a:pt x="2014538" y="922735"/>
                  </a:lnTo>
                  <a:lnTo>
                    <a:pt x="2018904" y="937022"/>
                  </a:lnTo>
                  <a:lnTo>
                    <a:pt x="2022079" y="950913"/>
                  </a:lnTo>
                  <a:lnTo>
                    <a:pt x="2026047" y="965994"/>
                  </a:lnTo>
                  <a:lnTo>
                    <a:pt x="2029222" y="980678"/>
                  </a:lnTo>
                  <a:lnTo>
                    <a:pt x="2032397" y="996157"/>
                  </a:lnTo>
                  <a:lnTo>
                    <a:pt x="2035175" y="1011238"/>
                  </a:lnTo>
                  <a:lnTo>
                    <a:pt x="2037954" y="1027113"/>
                  </a:lnTo>
                  <a:lnTo>
                    <a:pt x="2039938" y="1042988"/>
                  </a:lnTo>
                  <a:lnTo>
                    <a:pt x="2042319" y="1059657"/>
                  </a:lnTo>
                  <a:lnTo>
                    <a:pt x="2043907" y="1076325"/>
                  </a:lnTo>
                  <a:lnTo>
                    <a:pt x="2045891" y="1092994"/>
                  </a:lnTo>
                  <a:lnTo>
                    <a:pt x="2047082" y="1110457"/>
                  </a:lnTo>
                  <a:lnTo>
                    <a:pt x="2047875" y="1127919"/>
                  </a:lnTo>
                  <a:lnTo>
                    <a:pt x="2048669" y="1145382"/>
                  </a:lnTo>
                  <a:lnTo>
                    <a:pt x="2049463" y="1163638"/>
                  </a:lnTo>
                  <a:lnTo>
                    <a:pt x="2049463" y="1181894"/>
                  </a:lnTo>
                  <a:lnTo>
                    <a:pt x="2048669" y="1208088"/>
                  </a:lnTo>
                  <a:lnTo>
                    <a:pt x="2047875" y="1234282"/>
                  </a:lnTo>
                  <a:lnTo>
                    <a:pt x="2046288" y="1260475"/>
                  </a:lnTo>
                  <a:lnTo>
                    <a:pt x="2043510" y="1287066"/>
                  </a:lnTo>
                  <a:lnTo>
                    <a:pt x="2040732" y="1313260"/>
                  </a:lnTo>
                  <a:lnTo>
                    <a:pt x="2036763" y="1339850"/>
                  </a:lnTo>
                  <a:lnTo>
                    <a:pt x="2032397" y="1366441"/>
                  </a:lnTo>
                  <a:lnTo>
                    <a:pt x="2027635" y="1392635"/>
                  </a:lnTo>
                  <a:lnTo>
                    <a:pt x="2021682" y="1419225"/>
                  </a:lnTo>
                  <a:lnTo>
                    <a:pt x="2015332" y="1446213"/>
                  </a:lnTo>
                  <a:lnTo>
                    <a:pt x="2008585" y="1472407"/>
                  </a:lnTo>
                  <a:lnTo>
                    <a:pt x="2001441" y="1498600"/>
                  </a:lnTo>
                  <a:lnTo>
                    <a:pt x="1993107" y="1524794"/>
                  </a:lnTo>
                  <a:lnTo>
                    <a:pt x="1984772" y="1550988"/>
                  </a:lnTo>
                  <a:lnTo>
                    <a:pt x="1975644" y="1577182"/>
                  </a:lnTo>
                  <a:lnTo>
                    <a:pt x="1965325" y="1602582"/>
                  </a:lnTo>
                  <a:lnTo>
                    <a:pt x="1955404" y="1628379"/>
                  </a:lnTo>
                  <a:lnTo>
                    <a:pt x="1944688" y="1653779"/>
                  </a:lnTo>
                  <a:lnTo>
                    <a:pt x="1933575" y="1679576"/>
                  </a:lnTo>
                  <a:lnTo>
                    <a:pt x="1921669" y="1704579"/>
                  </a:lnTo>
                  <a:lnTo>
                    <a:pt x="1909763" y="1729185"/>
                  </a:lnTo>
                  <a:lnTo>
                    <a:pt x="1896666" y="1754188"/>
                  </a:lnTo>
                  <a:lnTo>
                    <a:pt x="1883569" y="1778794"/>
                  </a:lnTo>
                  <a:lnTo>
                    <a:pt x="1869679" y="1803004"/>
                  </a:lnTo>
                  <a:lnTo>
                    <a:pt x="1855788" y="1827213"/>
                  </a:lnTo>
                  <a:lnTo>
                    <a:pt x="1841104" y="1850629"/>
                  </a:lnTo>
                  <a:lnTo>
                    <a:pt x="1826022" y="1874441"/>
                  </a:lnTo>
                  <a:lnTo>
                    <a:pt x="1810941" y="1897063"/>
                  </a:lnTo>
                  <a:lnTo>
                    <a:pt x="1795066" y="1919685"/>
                  </a:lnTo>
                  <a:lnTo>
                    <a:pt x="1779191" y="1942307"/>
                  </a:lnTo>
                  <a:lnTo>
                    <a:pt x="1762522" y="1964135"/>
                  </a:lnTo>
                  <a:lnTo>
                    <a:pt x="1745457" y="1985963"/>
                  </a:lnTo>
                  <a:lnTo>
                    <a:pt x="1728391" y="2006997"/>
                  </a:lnTo>
                  <a:lnTo>
                    <a:pt x="1710929" y="2028032"/>
                  </a:lnTo>
                  <a:lnTo>
                    <a:pt x="1693069" y="2047876"/>
                  </a:lnTo>
                  <a:lnTo>
                    <a:pt x="1674813" y="2068116"/>
                  </a:lnTo>
                  <a:lnTo>
                    <a:pt x="1655763" y="2087563"/>
                  </a:lnTo>
                  <a:lnTo>
                    <a:pt x="1637110" y="2106613"/>
                  </a:lnTo>
                  <a:lnTo>
                    <a:pt x="1618060" y="2124869"/>
                  </a:lnTo>
                  <a:lnTo>
                    <a:pt x="1598613" y="2143126"/>
                  </a:lnTo>
                  <a:lnTo>
                    <a:pt x="1579166" y="2160588"/>
                  </a:lnTo>
                  <a:lnTo>
                    <a:pt x="1558925" y="2177257"/>
                  </a:lnTo>
                  <a:lnTo>
                    <a:pt x="1539082" y="2193926"/>
                  </a:lnTo>
                  <a:lnTo>
                    <a:pt x="1518444" y="2209404"/>
                  </a:lnTo>
                  <a:lnTo>
                    <a:pt x="1497807" y="2224485"/>
                  </a:lnTo>
                  <a:lnTo>
                    <a:pt x="1477169" y="2239169"/>
                  </a:lnTo>
                  <a:lnTo>
                    <a:pt x="1456135" y="2253060"/>
                  </a:lnTo>
                  <a:lnTo>
                    <a:pt x="1435101" y="2266157"/>
                  </a:lnTo>
                  <a:lnTo>
                    <a:pt x="1413669" y="2278857"/>
                  </a:lnTo>
                  <a:lnTo>
                    <a:pt x="1392238" y="2291160"/>
                  </a:lnTo>
                  <a:lnTo>
                    <a:pt x="1370410" y="2302273"/>
                  </a:lnTo>
                  <a:lnTo>
                    <a:pt x="1348582" y="2312988"/>
                  </a:lnTo>
                  <a:lnTo>
                    <a:pt x="1326754" y="2322513"/>
                  </a:lnTo>
                  <a:lnTo>
                    <a:pt x="1304529" y="2331641"/>
                  </a:lnTo>
                  <a:lnTo>
                    <a:pt x="1282304" y="2339976"/>
                  </a:lnTo>
                  <a:lnTo>
                    <a:pt x="1260079" y="2347913"/>
                  </a:lnTo>
                  <a:lnTo>
                    <a:pt x="1237854" y="2355057"/>
                  </a:lnTo>
                  <a:lnTo>
                    <a:pt x="1215232" y="2360613"/>
                  </a:lnTo>
                  <a:lnTo>
                    <a:pt x="1192610" y="2365773"/>
                  </a:lnTo>
                  <a:lnTo>
                    <a:pt x="1169988" y="2370138"/>
                  </a:lnTo>
                  <a:lnTo>
                    <a:pt x="1147763" y="2374107"/>
                  </a:lnTo>
                  <a:lnTo>
                    <a:pt x="1125141" y="2376885"/>
                  </a:lnTo>
                  <a:lnTo>
                    <a:pt x="1102519" y="2378473"/>
                  </a:lnTo>
                  <a:lnTo>
                    <a:pt x="1079500" y="2379266"/>
                  </a:lnTo>
                  <a:lnTo>
                    <a:pt x="1066007" y="2381251"/>
                  </a:lnTo>
                  <a:lnTo>
                    <a:pt x="1052513" y="2382044"/>
                  </a:lnTo>
                  <a:lnTo>
                    <a:pt x="1038622" y="2382838"/>
                  </a:lnTo>
                  <a:lnTo>
                    <a:pt x="1024732" y="2382838"/>
                  </a:lnTo>
                  <a:lnTo>
                    <a:pt x="1010841" y="2382838"/>
                  </a:lnTo>
                  <a:lnTo>
                    <a:pt x="996554" y="2382044"/>
                  </a:lnTo>
                  <a:lnTo>
                    <a:pt x="983060" y="2381251"/>
                  </a:lnTo>
                  <a:lnTo>
                    <a:pt x="969566" y="2379266"/>
                  </a:lnTo>
                  <a:lnTo>
                    <a:pt x="943769" y="2377679"/>
                  </a:lnTo>
                  <a:lnTo>
                    <a:pt x="918369" y="2374901"/>
                  </a:lnTo>
                  <a:lnTo>
                    <a:pt x="893366" y="2371329"/>
                  </a:lnTo>
                  <a:lnTo>
                    <a:pt x="867966" y="2366963"/>
                  </a:lnTo>
                  <a:lnTo>
                    <a:pt x="842963" y="2361804"/>
                  </a:lnTo>
                  <a:lnTo>
                    <a:pt x="817960" y="2356248"/>
                  </a:lnTo>
                  <a:lnTo>
                    <a:pt x="793750" y="2349501"/>
                  </a:lnTo>
                  <a:lnTo>
                    <a:pt x="769541" y="2342357"/>
                  </a:lnTo>
                  <a:lnTo>
                    <a:pt x="745729" y="2334023"/>
                  </a:lnTo>
                  <a:lnTo>
                    <a:pt x="721916" y="2325291"/>
                  </a:lnTo>
                  <a:lnTo>
                    <a:pt x="698500" y="2315766"/>
                  </a:lnTo>
                  <a:lnTo>
                    <a:pt x="675482" y="2305448"/>
                  </a:lnTo>
                  <a:lnTo>
                    <a:pt x="652463" y="2294732"/>
                  </a:lnTo>
                  <a:lnTo>
                    <a:pt x="629841" y="2282826"/>
                  </a:lnTo>
                  <a:lnTo>
                    <a:pt x="607616" y="2270523"/>
                  </a:lnTo>
                  <a:lnTo>
                    <a:pt x="585391" y="2257823"/>
                  </a:lnTo>
                  <a:lnTo>
                    <a:pt x="563563" y="2244329"/>
                  </a:lnTo>
                  <a:lnTo>
                    <a:pt x="542132" y="2230438"/>
                  </a:lnTo>
                  <a:lnTo>
                    <a:pt x="521097" y="2215754"/>
                  </a:lnTo>
                  <a:lnTo>
                    <a:pt x="500460" y="2200276"/>
                  </a:lnTo>
                  <a:lnTo>
                    <a:pt x="479822" y="2184798"/>
                  </a:lnTo>
                  <a:lnTo>
                    <a:pt x="459582" y="2168526"/>
                  </a:lnTo>
                  <a:lnTo>
                    <a:pt x="440135" y="2151460"/>
                  </a:lnTo>
                  <a:lnTo>
                    <a:pt x="420291" y="2133997"/>
                  </a:lnTo>
                  <a:lnTo>
                    <a:pt x="401241" y="2116138"/>
                  </a:lnTo>
                  <a:lnTo>
                    <a:pt x="382985" y="2097882"/>
                  </a:lnTo>
                  <a:lnTo>
                    <a:pt x="363935" y="2078832"/>
                  </a:lnTo>
                  <a:lnTo>
                    <a:pt x="346075" y="2059782"/>
                  </a:lnTo>
                  <a:lnTo>
                    <a:pt x="328613" y="2040335"/>
                  </a:lnTo>
                  <a:lnTo>
                    <a:pt x="311150" y="2020094"/>
                  </a:lnTo>
                  <a:lnTo>
                    <a:pt x="294482" y="1999060"/>
                  </a:lnTo>
                  <a:lnTo>
                    <a:pt x="278210" y="1978026"/>
                  </a:lnTo>
                  <a:lnTo>
                    <a:pt x="261938" y="1956594"/>
                  </a:lnTo>
                  <a:lnTo>
                    <a:pt x="246063" y="1935560"/>
                  </a:lnTo>
                  <a:lnTo>
                    <a:pt x="230982" y="1912938"/>
                  </a:lnTo>
                  <a:lnTo>
                    <a:pt x="216297" y="1890316"/>
                  </a:lnTo>
                  <a:lnTo>
                    <a:pt x="202010" y="1867694"/>
                  </a:lnTo>
                  <a:lnTo>
                    <a:pt x="188119" y="1844676"/>
                  </a:lnTo>
                  <a:lnTo>
                    <a:pt x="174625" y="1821260"/>
                  </a:lnTo>
                  <a:lnTo>
                    <a:pt x="161528" y="1797844"/>
                  </a:lnTo>
                  <a:lnTo>
                    <a:pt x="148828" y="1774032"/>
                  </a:lnTo>
                  <a:lnTo>
                    <a:pt x="136525" y="1749426"/>
                  </a:lnTo>
                  <a:lnTo>
                    <a:pt x="125413" y="1724819"/>
                  </a:lnTo>
                  <a:lnTo>
                    <a:pt x="113903" y="1700610"/>
                  </a:lnTo>
                  <a:lnTo>
                    <a:pt x="102791" y="1675607"/>
                  </a:lnTo>
                  <a:lnTo>
                    <a:pt x="92869" y="1650604"/>
                  </a:lnTo>
                  <a:lnTo>
                    <a:pt x="83344" y="1625600"/>
                  </a:lnTo>
                  <a:lnTo>
                    <a:pt x="74216" y="1599804"/>
                  </a:lnTo>
                  <a:lnTo>
                    <a:pt x="65485" y="1574404"/>
                  </a:lnTo>
                  <a:lnTo>
                    <a:pt x="57150" y="1548607"/>
                  </a:lnTo>
                  <a:lnTo>
                    <a:pt x="49213" y="1522810"/>
                  </a:lnTo>
                  <a:lnTo>
                    <a:pt x="42466" y="1496616"/>
                  </a:lnTo>
                  <a:lnTo>
                    <a:pt x="35719" y="1470819"/>
                  </a:lnTo>
                  <a:lnTo>
                    <a:pt x="29766" y="1444625"/>
                  </a:lnTo>
                  <a:lnTo>
                    <a:pt x="23813" y="1418432"/>
                  </a:lnTo>
                  <a:lnTo>
                    <a:pt x="19050" y="1392238"/>
                  </a:lnTo>
                  <a:lnTo>
                    <a:pt x="14685" y="1365647"/>
                  </a:lnTo>
                  <a:lnTo>
                    <a:pt x="10716" y="1339454"/>
                  </a:lnTo>
                  <a:lnTo>
                    <a:pt x="7938" y="1313260"/>
                  </a:lnTo>
                  <a:lnTo>
                    <a:pt x="4763" y="1286669"/>
                  </a:lnTo>
                  <a:lnTo>
                    <a:pt x="3175" y="1260475"/>
                  </a:lnTo>
                  <a:lnTo>
                    <a:pt x="1191" y="1234282"/>
                  </a:lnTo>
                  <a:lnTo>
                    <a:pt x="397" y="1208088"/>
                  </a:lnTo>
                  <a:lnTo>
                    <a:pt x="0" y="1181894"/>
                  </a:lnTo>
                  <a:lnTo>
                    <a:pt x="397" y="1162844"/>
                  </a:lnTo>
                  <a:lnTo>
                    <a:pt x="794" y="1143397"/>
                  </a:lnTo>
                  <a:lnTo>
                    <a:pt x="1191" y="1125141"/>
                  </a:lnTo>
                  <a:lnTo>
                    <a:pt x="2382" y="1106885"/>
                  </a:lnTo>
                  <a:lnTo>
                    <a:pt x="3969" y="1089025"/>
                  </a:lnTo>
                  <a:lnTo>
                    <a:pt x="5160" y="1071166"/>
                  </a:lnTo>
                  <a:lnTo>
                    <a:pt x="6747" y="1054100"/>
                  </a:lnTo>
                  <a:lnTo>
                    <a:pt x="9128" y="1037035"/>
                  </a:lnTo>
                  <a:lnTo>
                    <a:pt x="11113" y="1019969"/>
                  </a:lnTo>
                  <a:lnTo>
                    <a:pt x="13891" y="1003697"/>
                  </a:lnTo>
                  <a:lnTo>
                    <a:pt x="17066" y="987822"/>
                  </a:lnTo>
                  <a:lnTo>
                    <a:pt x="19844" y="971947"/>
                  </a:lnTo>
                  <a:lnTo>
                    <a:pt x="23416" y="956072"/>
                  </a:lnTo>
                  <a:lnTo>
                    <a:pt x="26988" y="941388"/>
                  </a:lnTo>
                  <a:lnTo>
                    <a:pt x="30957" y="926307"/>
                  </a:lnTo>
                  <a:lnTo>
                    <a:pt x="34925" y="911622"/>
                  </a:lnTo>
                  <a:lnTo>
                    <a:pt x="39291" y="897335"/>
                  </a:lnTo>
                  <a:lnTo>
                    <a:pt x="43657" y="883444"/>
                  </a:lnTo>
                  <a:lnTo>
                    <a:pt x="48419" y="869950"/>
                  </a:lnTo>
                  <a:lnTo>
                    <a:pt x="53182" y="856457"/>
                  </a:lnTo>
                  <a:lnTo>
                    <a:pt x="58341" y="843360"/>
                  </a:lnTo>
                  <a:lnTo>
                    <a:pt x="64294" y="830263"/>
                  </a:lnTo>
                  <a:lnTo>
                    <a:pt x="69453" y="817960"/>
                  </a:lnTo>
                  <a:lnTo>
                    <a:pt x="75407" y="805657"/>
                  </a:lnTo>
                  <a:lnTo>
                    <a:pt x="80963" y="793353"/>
                  </a:lnTo>
                  <a:lnTo>
                    <a:pt x="87313" y="781447"/>
                  </a:lnTo>
                  <a:lnTo>
                    <a:pt x="93663" y="770335"/>
                  </a:lnTo>
                  <a:lnTo>
                    <a:pt x="100410" y="758825"/>
                  </a:lnTo>
                  <a:lnTo>
                    <a:pt x="106760" y="748110"/>
                  </a:lnTo>
                  <a:lnTo>
                    <a:pt x="113903" y="737394"/>
                  </a:lnTo>
                  <a:lnTo>
                    <a:pt x="121444" y="727075"/>
                  </a:lnTo>
                  <a:lnTo>
                    <a:pt x="128191" y="717153"/>
                  </a:lnTo>
                  <a:lnTo>
                    <a:pt x="135732" y="706835"/>
                  </a:lnTo>
                  <a:lnTo>
                    <a:pt x="143669" y="697310"/>
                  </a:lnTo>
                  <a:lnTo>
                    <a:pt x="150813" y="687785"/>
                  </a:lnTo>
                  <a:lnTo>
                    <a:pt x="159147" y="679053"/>
                  </a:lnTo>
                  <a:lnTo>
                    <a:pt x="167085" y="669925"/>
                  </a:lnTo>
                  <a:lnTo>
                    <a:pt x="175419" y="661591"/>
                  </a:lnTo>
                  <a:lnTo>
                    <a:pt x="183753" y="652860"/>
                  </a:lnTo>
                  <a:lnTo>
                    <a:pt x="192088" y="644922"/>
                  </a:lnTo>
                  <a:lnTo>
                    <a:pt x="200819" y="636985"/>
                  </a:lnTo>
                  <a:lnTo>
                    <a:pt x="209550" y="629444"/>
                  </a:lnTo>
                  <a:lnTo>
                    <a:pt x="218678" y="621903"/>
                  </a:lnTo>
                  <a:lnTo>
                    <a:pt x="227410" y="614760"/>
                  </a:lnTo>
                  <a:lnTo>
                    <a:pt x="245666" y="601266"/>
                  </a:lnTo>
                  <a:lnTo>
                    <a:pt x="264319" y="588169"/>
                  </a:lnTo>
                  <a:lnTo>
                    <a:pt x="283766" y="576263"/>
                  </a:lnTo>
                  <a:lnTo>
                    <a:pt x="303213" y="565547"/>
                  </a:lnTo>
                  <a:lnTo>
                    <a:pt x="323453" y="555625"/>
                  </a:lnTo>
                  <a:lnTo>
                    <a:pt x="344091" y="546497"/>
                  </a:lnTo>
                  <a:lnTo>
                    <a:pt x="364332" y="538163"/>
                  </a:lnTo>
                  <a:lnTo>
                    <a:pt x="385366" y="530225"/>
                  </a:lnTo>
                  <a:lnTo>
                    <a:pt x="406400" y="523478"/>
                  </a:lnTo>
                  <a:lnTo>
                    <a:pt x="427832" y="517525"/>
                  </a:lnTo>
                  <a:lnTo>
                    <a:pt x="449263" y="512366"/>
                  </a:lnTo>
                  <a:lnTo>
                    <a:pt x="470694" y="507603"/>
                  </a:lnTo>
                  <a:lnTo>
                    <a:pt x="492522" y="504032"/>
                  </a:lnTo>
                  <a:lnTo>
                    <a:pt x="514350" y="500857"/>
                  </a:lnTo>
                  <a:lnTo>
                    <a:pt x="536178" y="498475"/>
                  </a:lnTo>
                  <a:lnTo>
                    <a:pt x="557610" y="496491"/>
                  </a:lnTo>
                  <a:lnTo>
                    <a:pt x="579438" y="495697"/>
                  </a:lnTo>
                  <a:lnTo>
                    <a:pt x="601266" y="495300"/>
                  </a:lnTo>
                  <a:lnTo>
                    <a:pt x="623094" y="495300"/>
                  </a:lnTo>
                  <a:lnTo>
                    <a:pt x="644525" y="496094"/>
                  </a:lnTo>
                  <a:lnTo>
                    <a:pt x="665560" y="497285"/>
                  </a:lnTo>
                  <a:lnTo>
                    <a:pt x="686594" y="499269"/>
                  </a:lnTo>
                  <a:lnTo>
                    <a:pt x="708025" y="501650"/>
                  </a:lnTo>
                  <a:lnTo>
                    <a:pt x="728663" y="504825"/>
                  </a:lnTo>
                  <a:lnTo>
                    <a:pt x="749300" y="508397"/>
                  </a:lnTo>
                  <a:lnTo>
                    <a:pt x="769144" y="512366"/>
                  </a:lnTo>
                  <a:lnTo>
                    <a:pt x="788988" y="516732"/>
                  </a:lnTo>
                  <a:lnTo>
                    <a:pt x="808435" y="521891"/>
                  </a:lnTo>
                  <a:lnTo>
                    <a:pt x="827882" y="527050"/>
                  </a:lnTo>
                  <a:lnTo>
                    <a:pt x="846138" y="533400"/>
                  </a:lnTo>
                  <a:lnTo>
                    <a:pt x="864394" y="539353"/>
                  </a:lnTo>
                  <a:lnTo>
                    <a:pt x="881857" y="545703"/>
                  </a:lnTo>
                  <a:lnTo>
                    <a:pt x="899319" y="552847"/>
                  </a:lnTo>
                  <a:lnTo>
                    <a:pt x="915988" y="560388"/>
                  </a:lnTo>
                  <a:lnTo>
                    <a:pt x="931466" y="568325"/>
                  </a:lnTo>
                  <a:lnTo>
                    <a:pt x="947341" y="575866"/>
                  </a:lnTo>
                  <a:lnTo>
                    <a:pt x="961629" y="584597"/>
                  </a:lnTo>
                  <a:lnTo>
                    <a:pt x="976313" y="592932"/>
                  </a:lnTo>
                  <a:lnTo>
                    <a:pt x="989410" y="602060"/>
                  </a:lnTo>
                  <a:lnTo>
                    <a:pt x="1002110" y="611188"/>
                  </a:lnTo>
                  <a:lnTo>
                    <a:pt x="1003945" y="612707"/>
                  </a:lnTo>
                  <a:lnTo>
                    <a:pt x="806450" y="48083"/>
                  </a:lnTo>
                  <a:lnTo>
                    <a:pt x="96165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0" y="-27305"/>
            <a:ext cx="4622165" cy="6911975"/>
          </a:xfrm>
          <a:prstGeom prst="rect">
            <a:avLst/>
          </a:prstGeom>
          <a:blipFill rotWithShape="1">
            <a:blip r:embed="rId1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622165" y="2100088"/>
            <a:ext cx="5822950" cy="1524635"/>
            <a:chOff x="7246" y="2716"/>
            <a:chExt cx="8040" cy="1717"/>
          </a:xfrm>
        </p:grpSpPr>
        <p:sp>
          <p:nvSpPr>
            <p:cNvPr id="5" name="矩形 4"/>
            <p:cNvSpPr/>
            <p:nvPr/>
          </p:nvSpPr>
          <p:spPr>
            <a:xfrm>
              <a:off x="7246" y="2716"/>
              <a:ext cx="8040" cy="171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20"/>
            <p:cNvSpPr txBox="1"/>
            <p:nvPr/>
          </p:nvSpPr>
          <p:spPr>
            <a:xfrm flipH="1">
              <a:off x="7520" y="3178"/>
              <a:ext cx="5729" cy="867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4400" dirty="0">
                  <a:solidFill>
                    <a:schemeClr val="bg1"/>
                  </a:solidFill>
                  <a:latin typeface="华文行楷" panose="02010800040101010101" charset="-122"/>
                  <a:ea typeface="华文行楷" panose="02010800040101010101" charset="-122"/>
                  <a:sym typeface="Arial" panose="020B0604020202020204" pitchFamily="34" charset="0"/>
                </a:rPr>
                <a:t>数据库设计概述</a:t>
              </a:r>
              <a:endParaRPr lang="zh-CN" altLang="en-US" sz="4400" dirty="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2050" name="汉堡可乐"/>
            <p:cNvSpPr/>
            <p:nvPr/>
          </p:nvSpPr>
          <p:spPr bwMode="auto">
            <a:xfrm>
              <a:off x="13425" y="2963"/>
              <a:ext cx="966" cy="966"/>
            </a:xfrm>
            <a:custGeom>
              <a:avLst/>
              <a:gdLst>
                <a:gd name="T0" fmla="*/ 2147483646 w 5975"/>
                <a:gd name="T1" fmla="*/ 2147483646 h 5365"/>
                <a:gd name="T2" fmla="*/ 2147483646 w 5975"/>
                <a:gd name="T3" fmla="*/ 2147483646 h 5365"/>
                <a:gd name="T4" fmla="*/ 2147483646 w 5975"/>
                <a:gd name="T5" fmla="*/ 2147483646 h 5365"/>
                <a:gd name="T6" fmla="*/ 2147483646 w 5975"/>
                <a:gd name="T7" fmla="*/ 2147483646 h 5365"/>
                <a:gd name="T8" fmla="*/ 2147483646 w 5975"/>
                <a:gd name="T9" fmla="*/ 2147483646 h 5365"/>
                <a:gd name="T10" fmla="*/ 2147483646 w 5975"/>
                <a:gd name="T11" fmla="*/ 2147483646 h 5365"/>
                <a:gd name="T12" fmla="*/ 2147483646 w 5975"/>
                <a:gd name="T13" fmla="*/ 2147483646 h 5365"/>
                <a:gd name="T14" fmla="*/ 2147483646 w 5975"/>
                <a:gd name="T15" fmla="*/ 2147483646 h 5365"/>
                <a:gd name="T16" fmla="*/ 2147483646 w 5975"/>
                <a:gd name="T17" fmla="*/ 2147483646 h 5365"/>
                <a:gd name="T18" fmla="*/ 2147483646 w 5975"/>
                <a:gd name="T19" fmla="*/ 2147483646 h 5365"/>
                <a:gd name="T20" fmla="*/ 2147483646 w 5975"/>
                <a:gd name="T21" fmla="*/ 2147483646 h 5365"/>
                <a:gd name="T22" fmla="*/ 2147483646 w 5975"/>
                <a:gd name="T23" fmla="*/ 2147483646 h 5365"/>
                <a:gd name="T24" fmla="*/ 2147483646 w 5975"/>
                <a:gd name="T25" fmla="*/ 2147483646 h 5365"/>
                <a:gd name="T26" fmla="*/ 2147483646 w 5975"/>
                <a:gd name="T27" fmla="*/ 2147483646 h 5365"/>
                <a:gd name="T28" fmla="*/ 2147483646 w 5975"/>
                <a:gd name="T29" fmla="*/ 2147483646 h 5365"/>
                <a:gd name="T30" fmla="*/ 2147483646 w 5975"/>
                <a:gd name="T31" fmla="*/ 2147483646 h 5365"/>
                <a:gd name="T32" fmla="*/ 2147483646 w 5975"/>
                <a:gd name="T33" fmla="*/ 2147483646 h 5365"/>
                <a:gd name="T34" fmla="*/ 2147483646 w 5975"/>
                <a:gd name="T35" fmla="*/ 2147483646 h 5365"/>
                <a:gd name="T36" fmla="*/ 2147483646 w 5975"/>
                <a:gd name="T37" fmla="*/ 2147483646 h 5365"/>
                <a:gd name="T38" fmla="*/ 2147483646 w 5975"/>
                <a:gd name="T39" fmla="*/ 2147483646 h 5365"/>
                <a:gd name="T40" fmla="*/ 2147483646 w 5975"/>
                <a:gd name="T41" fmla="*/ 2147483646 h 5365"/>
                <a:gd name="T42" fmla="*/ 2147483646 w 5975"/>
                <a:gd name="T43" fmla="*/ 2147483646 h 5365"/>
                <a:gd name="T44" fmla="*/ 2147483646 w 5975"/>
                <a:gd name="T45" fmla="*/ 2147483646 h 5365"/>
                <a:gd name="T46" fmla="*/ 2147483646 w 5975"/>
                <a:gd name="T47" fmla="*/ 2147483646 h 5365"/>
                <a:gd name="T48" fmla="*/ 2147483646 w 5975"/>
                <a:gd name="T49" fmla="*/ 2147483646 h 5365"/>
                <a:gd name="T50" fmla="*/ 2147483646 w 5975"/>
                <a:gd name="T51" fmla="*/ 2147483646 h 5365"/>
                <a:gd name="T52" fmla="*/ 2147483646 w 5975"/>
                <a:gd name="T53" fmla="*/ 2147483646 h 5365"/>
                <a:gd name="T54" fmla="*/ 2147483646 w 5975"/>
                <a:gd name="T55" fmla="*/ 2147483646 h 5365"/>
                <a:gd name="T56" fmla="*/ 2147483646 w 5975"/>
                <a:gd name="T57" fmla="*/ 2147483646 h 5365"/>
                <a:gd name="T58" fmla="*/ 2147483646 w 5975"/>
                <a:gd name="T59" fmla="*/ 2147483646 h 5365"/>
                <a:gd name="T60" fmla="*/ 2147483646 w 5975"/>
                <a:gd name="T61" fmla="*/ 2147483646 h 5365"/>
                <a:gd name="T62" fmla="*/ 2147483646 w 5975"/>
                <a:gd name="T63" fmla="*/ 2147483646 h 5365"/>
                <a:gd name="T64" fmla="*/ 2147483646 w 5975"/>
                <a:gd name="T65" fmla="*/ 2147483646 h 5365"/>
                <a:gd name="T66" fmla="*/ 2147483646 w 5975"/>
                <a:gd name="T67" fmla="*/ 2147483646 h 5365"/>
                <a:gd name="T68" fmla="*/ 2147483646 w 5975"/>
                <a:gd name="T69" fmla="*/ 2147483646 h 5365"/>
                <a:gd name="T70" fmla="*/ 2147483646 w 5975"/>
                <a:gd name="T71" fmla="*/ 2147483646 h 5365"/>
                <a:gd name="T72" fmla="*/ 2147483646 w 5975"/>
                <a:gd name="T73" fmla="*/ 2147483646 h 5365"/>
                <a:gd name="T74" fmla="*/ 2147483646 w 5975"/>
                <a:gd name="T75" fmla="*/ 2147483646 h 5365"/>
                <a:gd name="T76" fmla="*/ 2147483646 w 5975"/>
                <a:gd name="T77" fmla="*/ 2147483646 h 5365"/>
                <a:gd name="T78" fmla="*/ 2147483646 w 5975"/>
                <a:gd name="T79" fmla="*/ 2147483646 h 5365"/>
                <a:gd name="T80" fmla="*/ 2147483646 w 5975"/>
                <a:gd name="T81" fmla="*/ 2147483646 h 5365"/>
                <a:gd name="T82" fmla="*/ 2147483646 w 5975"/>
                <a:gd name="T83" fmla="*/ 2147483646 h 5365"/>
                <a:gd name="T84" fmla="*/ 2147483646 w 5975"/>
                <a:gd name="T85" fmla="*/ 2147483646 h 5365"/>
                <a:gd name="T86" fmla="*/ 2147483646 w 5975"/>
                <a:gd name="T87" fmla="*/ 2147483646 h 5365"/>
                <a:gd name="T88" fmla="*/ 2147483646 w 5975"/>
                <a:gd name="T89" fmla="*/ 2147483646 h 5365"/>
                <a:gd name="T90" fmla="*/ 1199183631 w 5975"/>
                <a:gd name="T91" fmla="*/ 2147483646 h 5365"/>
                <a:gd name="T92" fmla="*/ 0 w 5975"/>
                <a:gd name="T93" fmla="*/ 2147483646 h 5365"/>
                <a:gd name="T94" fmla="*/ 550951506 w 5975"/>
                <a:gd name="T95" fmla="*/ 2147483646 h 5365"/>
                <a:gd name="T96" fmla="*/ 2147483646 w 5975"/>
                <a:gd name="T97" fmla="*/ 2147483646 h 5365"/>
                <a:gd name="T98" fmla="*/ 2147483646 w 5975"/>
                <a:gd name="T99" fmla="*/ 2147483646 h 5365"/>
                <a:gd name="T100" fmla="*/ 2147483646 w 5975"/>
                <a:gd name="T101" fmla="*/ 2147483646 h 5365"/>
                <a:gd name="T102" fmla="*/ 2147483646 w 5975"/>
                <a:gd name="T103" fmla="*/ 2147483646 h 5365"/>
                <a:gd name="T104" fmla="*/ 2147483646 w 5975"/>
                <a:gd name="T105" fmla="*/ 2147483646 h 5365"/>
                <a:gd name="T106" fmla="*/ 2147483646 w 5975"/>
                <a:gd name="T107" fmla="*/ 2147483646 h 5365"/>
                <a:gd name="T108" fmla="*/ 2147483646 w 5975"/>
                <a:gd name="T109" fmla="*/ 2147483646 h 5365"/>
                <a:gd name="T110" fmla="*/ 2147483646 w 5975"/>
                <a:gd name="T111" fmla="*/ 2147483646 h 5365"/>
                <a:gd name="T112" fmla="*/ 2147483646 w 5975"/>
                <a:gd name="T113" fmla="*/ 2147483646 h 536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975" h="5365">
                  <a:moveTo>
                    <a:pt x="5975" y="1568"/>
                  </a:moveTo>
                  <a:lnTo>
                    <a:pt x="5975" y="1588"/>
                  </a:lnTo>
                  <a:lnTo>
                    <a:pt x="5974" y="1609"/>
                  </a:lnTo>
                  <a:lnTo>
                    <a:pt x="5970" y="1627"/>
                  </a:lnTo>
                  <a:lnTo>
                    <a:pt x="5965" y="1647"/>
                  </a:lnTo>
                  <a:lnTo>
                    <a:pt x="5958" y="1665"/>
                  </a:lnTo>
                  <a:lnTo>
                    <a:pt x="5949" y="1682"/>
                  </a:lnTo>
                  <a:lnTo>
                    <a:pt x="5938" y="1699"/>
                  </a:lnTo>
                  <a:lnTo>
                    <a:pt x="5926" y="1714"/>
                  </a:lnTo>
                  <a:lnTo>
                    <a:pt x="5913" y="1729"/>
                  </a:lnTo>
                  <a:lnTo>
                    <a:pt x="5898" y="1741"/>
                  </a:lnTo>
                  <a:lnTo>
                    <a:pt x="5882" y="1753"/>
                  </a:lnTo>
                  <a:lnTo>
                    <a:pt x="5865" y="1763"/>
                  </a:lnTo>
                  <a:lnTo>
                    <a:pt x="5846" y="1771"/>
                  </a:lnTo>
                  <a:lnTo>
                    <a:pt x="5827" y="1778"/>
                  </a:lnTo>
                  <a:lnTo>
                    <a:pt x="5806" y="1783"/>
                  </a:lnTo>
                  <a:lnTo>
                    <a:pt x="5785" y="1786"/>
                  </a:lnTo>
                  <a:lnTo>
                    <a:pt x="5765" y="1787"/>
                  </a:lnTo>
                  <a:lnTo>
                    <a:pt x="2783" y="1787"/>
                  </a:lnTo>
                  <a:lnTo>
                    <a:pt x="2762" y="1786"/>
                  </a:lnTo>
                  <a:lnTo>
                    <a:pt x="2741" y="1783"/>
                  </a:lnTo>
                  <a:lnTo>
                    <a:pt x="2720" y="1778"/>
                  </a:lnTo>
                  <a:lnTo>
                    <a:pt x="2701" y="1771"/>
                  </a:lnTo>
                  <a:lnTo>
                    <a:pt x="2683" y="1763"/>
                  </a:lnTo>
                  <a:lnTo>
                    <a:pt x="2665" y="1753"/>
                  </a:lnTo>
                  <a:lnTo>
                    <a:pt x="2650" y="1741"/>
                  </a:lnTo>
                  <a:lnTo>
                    <a:pt x="2634" y="1729"/>
                  </a:lnTo>
                  <a:lnTo>
                    <a:pt x="2621" y="1714"/>
                  </a:lnTo>
                  <a:lnTo>
                    <a:pt x="2609" y="1699"/>
                  </a:lnTo>
                  <a:lnTo>
                    <a:pt x="2598" y="1682"/>
                  </a:lnTo>
                  <a:lnTo>
                    <a:pt x="2589" y="1665"/>
                  </a:lnTo>
                  <a:lnTo>
                    <a:pt x="2583" y="1647"/>
                  </a:lnTo>
                  <a:lnTo>
                    <a:pt x="2577" y="1627"/>
                  </a:lnTo>
                  <a:lnTo>
                    <a:pt x="2574" y="1609"/>
                  </a:lnTo>
                  <a:lnTo>
                    <a:pt x="2573" y="1588"/>
                  </a:lnTo>
                  <a:lnTo>
                    <a:pt x="2573" y="1568"/>
                  </a:lnTo>
                  <a:lnTo>
                    <a:pt x="2574" y="1548"/>
                  </a:lnTo>
                  <a:lnTo>
                    <a:pt x="2577" y="1528"/>
                  </a:lnTo>
                  <a:lnTo>
                    <a:pt x="2583" y="1510"/>
                  </a:lnTo>
                  <a:lnTo>
                    <a:pt x="2589" y="1491"/>
                  </a:lnTo>
                  <a:lnTo>
                    <a:pt x="2598" y="1473"/>
                  </a:lnTo>
                  <a:lnTo>
                    <a:pt x="2609" y="1457"/>
                  </a:lnTo>
                  <a:lnTo>
                    <a:pt x="2621" y="1442"/>
                  </a:lnTo>
                  <a:lnTo>
                    <a:pt x="2634" y="1427"/>
                  </a:lnTo>
                  <a:lnTo>
                    <a:pt x="2650" y="1415"/>
                  </a:lnTo>
                  <a:lnTo>
                    <a:pt x="2665" y="1403"/>
                  </a:lnTo>
                  <a:lnTo>
                    <a:pt x="2683" y="1393"/>
                  </a:lnTo>
                  <a:lnTo>
                    <a:pt x="2701" y="1385"/>
                  </a:lnTo>
                  <a:lnTo>
                    <a:pt x="2720" y="1379"/>
                  </a:lnTo>
                  <a:lnTo>
                    <a:pt x="2741" y="1373"/>
                  </a:lnTo>
                  <a:lnTo>
                    <a:pt x="2762" y="1370"/>
                  </a:lnTo>
                  <a:lnTo>
                    <a:pt x="2783" y="1370"/>
                  </a:lnTo>
                  <a:lnTo>
                    <a:pt x="3293" y="1370"/>
                  </a:lnTo>
                  <a:lnTo>
                    <a:pt x="3123" y="40"/>
                  </a:lnTo>
                  <a:lnTo>
                    <a:pt x="3458" y="0"/>
                  </a:lnTo>
                  <a:lnTo>
                    <a:pt x="3634" y="1370"/>
                  </a:lnTo>
                  <a:lnTo>
                    <a:pt x="5765" y="1370"/>
                  </a:lnTo>
                  <a:lnTo>
                    <a:pt x="5785" y="1370"/>
                  </a:lnTo>
                  <a:lnTo>
                    <a:pt x="5806" y="1373"/>
                  </a:lnTo>
                  <a:lnTo>
                    <a:pt x="5827" y="1379"/>
                  </a:lnTo>
                  <a:lnTo>
                    <a:pt x="5846" y="1385"/>
                  </a:lnTo>
                  <a:lnTo>
                    <a:pt x="5865" y="1393"/>
                  </a:lnTo>
                  <a:lnTo>
                    <a:pt x="5882" y="1403"/>
                  </a:lnTo>
                  <a:lnTo>
                    <a:pt x="5898" y="1415"/>
                  </a:lnTo>
                  <a:lnTo>
                    <a:pt x="5913" y="1427"/>
                  </a:lnTo>
                  <a:lnTo>
                    <a:pt x="5926" y="1442"/>
                  </a:lnTo>
                  <a:lnTo>
                    <a:pt x="5938" y="1457"/>
                  </a:lnTo>
                  <a:lnTo>
                    <a:pt x="5949" y="1473"/>
                  </a:lnTo>
                  <a:lnTo>
                    <a:pt x="5958" y="1491"/>
                  </a:lnTo>
                  <a:lnTo>
                    <a:pt x="5965" y="1510"/>
                  </a:lnTo>
                  <a:lnTo>
                    <a:pt x="5970" y="1528"/>
                  </a:lnTo>
                  <a:lnTo>
                    <a:pt x="5974" y="1548"/>
                  </a:lnTo>
                  <a:lnTo>
                    <a:pt x="5975" y="1568"/>
                  </a:lnTo>
                  <a:close/>
                  <a:moveTo>
                    <a:pt x="213" y="4837"/>
                  </a:moveTo>
                  <a:lnTo>
                    <a:pt x="213" y="4837"/>
                  </a:lnTo>
                  <a:lnTo>
                    <a:pt x="214" y="4863"/>
                  </a:lnTo>
                  <a:lnTo>
                    <a:pt x="216" y="4889"/>
                  </a:lnTo>
                  <a:lnTo>
                    <a:pt x="219" y="4916"/>
                  </a:lnTo>
                  <a:lnTo>
                    <a:pt x="224" y="4941"/>
                  </a:lnTo>
                  <a:lnTo>
                    <a:pt x="229" y="4966"/>
                  </a:lnTo>
                  <a:lnTo>
                    <a:pt x="237" y="4991"/>
                  </a:lnTo>
                  <a:lnTo>
                    <a:pt x="245" y="5015"/>
                  </a:lnTo>
                  <a:lnTo>
                    <a:pt x="253" y="5039"/>
                  </a:lnTo>
                  <a:lnTo>
                    <a:pt x="264" y="5062"/>
                  </a:lnTo>
                  <a:lnTo>
                    <a:pt x="275" y="5084"/>
                  </a:lnTo>
                  <a:lnTo>
                    <a:pt x="289" y="5106"/>
                  </a:lnTo>
                  <a:lnTo>
                    <a:pt x="302" y="5127"/>
                  </a:lnTo>
                  <a:lnTo>
                    <a:pt x="316" y="5147"/>
                  </a:lnTo>
                  <a:lnTo>
                    <a:pt x="332" y="5167"/>
                  </a:lnTo>
                  <a:lnTo>
                    <a:pt x="348" y="5185"/>
                  </a:lnTo>
                  <a:lnTo>
                    <a:pt x="366" y="5204"/>
                  </a:lnTo>
                  <a:lnTo>
                    <a:pt x="383" y="5221"/>
                  </a:lnTo>
                  <a:lnTo>
                    <a:pt x="402" y="5237"/>
                  </a:lnTo>
                  <a:lnTo>
                    <a:pt x="422" y="5252"/>
                  </a:lnTo>
                  <a:lnTo>
                    <a:pt x="442" y="5267"/>
                  </a:lnTo>
                  <a:lnTo>
                    <a:pt x="464" y="5280"/>
                  </a:lnTo>
                  <a:lnTo>
                    <a:pt x="485" y="5293"/>
                  </a:lnTo>
                  <a:lnTo>
                    <a:pt x="508" y="5304"/>
                  </a:lnTo>
                  <a:lnTo>
                    <a:pt x="531" y="5315"/>
                  </a:lnTo>
                  <a:lnTo>
                    <a:pt x="554" y="5324"/>
                  </a:lnTo>
                  <a:lnTo>
                    <a:pt x="578" y="5333"/>
                  </a:lnTo>
                  <a:lnTo>
                    <a:pt x="602" y="5339"/>
                  </a:lnTo>
                  <a:lnTo>
                    <a:pt x="628" y="5345"/>
                  </a:lnTo>
                  <a:lnTo>
                    <a:pt x="653" y="5349"/>
                  </a:lnTo>
                  <a:lnTo>
                    <a:pt x="679" y="5353"/>
                  </a:lnTo>
                  <a:lnTo>
                    <a:pt x="706" y="5355"/>
                  </a:lnTo>
                  <a:lnTo>
                    <a:pt x="732" y="5356"/>
                  </a:lnTo>
                  <a:lnTo>
                    <a:pt x="2226" y="5356"/>
                  </a:lnTo>
                  <a:lnTo>
                    <a:pt x="2254" y="5355"/>
                  </a:lnTo>
                  <a:lnTo>
                    <a:pt x="2279" y="5353"/>
                  </a:lnTo>
                  <a:lnTo>
                    <a:pt x="2305" y="5349"/>
                  </a:lnTo>
                  <a:lnTo>
                    <a:pt x="2331" y="5345"/>
                  </a:lnTo>
                  <a:lnTo>
                    <a:pt x="2356" y="5339"/>
                  </a:lnTo>
                  <a:lnTo>
                    <a:pt x="2380" y="5333"/>
                  </a:lnTo>
                  <a:lnTo>
                    <a:pt x="2404" y="5324"/>
                  </a:lnTo>
                  <a:lnTo>
                    <a:pt x="2429" y="5315"/>
                  </a:lnTo>
                  <a:lnTo>
                    <a:pt x="2452" y="5304"/>
                  </a:lnTo>
                  <a:lnTo>
                    <a:pt x="2474" y="5293"/>
                  </a:lnTo>
                  <a:lnTo>
                    <a:pt x="2496" y="5280"/>
                  </a:lnTo>
                  <a:lnTo>
                    <a:pt x="2517" y="5267"/>
                  </a:lnTo>
                  <a:lnTo>
                    <a:pt x="2536" y="5252"/>
                  </a:lnTo>
                  <a:lnTo>
                    <a:pt x="2556" y="5237"/>
                  </a:lnTo>
                  <a:lnTo>
                    <a:pt x="2575" y="5221"/>
                  </a:lnTo>
                  <a:lnTo>
                    <a:pt x="2594" y="5204"/>
                  </a:lnTo>
                  <a:lnTo>
                    <a:pt x="2610" y="5185"/>
                  </a:lnTo>
                  <a:lnTo>
                    <a:pt x="2627" y="5167"/>
                  </a:lnTo>
                  <a:lnTo>
                    <a:pt x="2642" y="5147"/>
                  </a:lnTo>
                  <a:lnTo>
                    <a:pt x="2656" y="5127"/>
                  </a:lnTo>
                  <a:lnTo>
                    <a:pt x="2671" y="5106"/>
                  </a:lnTo>
                  <a:lnTo>
                    <a:pt x="2683" y="5084"/>
                  </a:lnTo>
                  <a:lnTo>
                    <a:pt x="2694" y="5062"/>
                  </a:lnTo>
                  <a:lnTo>
                    <a:pt x="2705" y="5039"/>
                  </a:lnTo>
                  <a:lnTo>
                    <a:pt x="2714" y="5015"/>
                  </a:lnTo>
                  <a:lnTo>
                    <a:pt x="2722" y="4991"/>
                  </a:lnTo>
                  <a:lnTo>
                    <a:pt x="2729" y="4966"/>
                  </a:lnTo>
                  <a:lnTo>
                    <a:pt x="2735" y="4941"/>
                  </a:lnTo>
                  <a:lnTo>
                    <a:pt x="2739" y="4916"/>
                  </a:lnTo>
                  <a:lnTo>
                    <a:pt x="2742" y="4889"/>
                  </a:lnTo>
                  <a:lnTo>
                    <a:pt x="2744" y="4863"/>
                  </a:lnTo>
                  <a:lnTo>
                    <a:pt x="2746" y="4837"/>
                  </a:lnTo>
                  <a:lnTo>
                    <a:pt x="2746" y="4822"/>
                  </a:lnTo>
                  <a:lnTo>
                    <a:pt x="213" y="4822"/>
                  </a:lnTo>
                  <a:lnTo>
                    <a:pt x="213" y="4837"/>
                  </a:lnTo>
                  <a:close/>
                  <a:moveTo>
                    <a:pt x="2742" y="3872"/>
                  </a:moveTo>
                  <a:lnTo>
                    <a:pt x="2743" y="3872"/>
                  </a:lnTo>
                  <a:lnTo>
                    <a:pt x="2744" y="3849"/>
                  </a:lnTo>
                  <a:lnTo>
                    <a:pt x="2743" y="3817"/>
                  </a:lnTo>
                  <a:lnTo>
                    <a:pt x="2741" y="3785"/>
                  </a:lnTo>
                  <a:lnTo>
                    <a:pt x="2739" y="3754"/>
                  </a:lnTo>
                  <a:lnTo>
                    <a:pt x="2736" y="3724"/>
                  </a:lnTo>
                  <a:lnTo>
                    <a:pt x="2731" y="3695"/>
                  </a:lnTo>
                  <a:lnTo>
                    <a:pt x="2727" y="3665"/>
                  </a:lnTo>
                  <a:lnTo>
                    <a:pt x="2721" y="3636"/>
                  </a:lnTo>
                  <a:lnTo>
                    <a:pt x="2715" y="3608"/>
                  </a:lnTo>
                  <a:lnTo>
                    <a:pt x="2708" y="3580"/>
                  </a:lnTo>
                  <a:lnTo>
                    <a:pt x="2699" y="3553"/>
                  </a:lnTo>
                  <a:lnTo>
                    <a:pt x="2692" y="3526"/>
                  </a:lnTo>
                  <a:lnTo>
                    <a:pt x="2682" y="3500"/>
                  </a:lnTo>
                  <a:lnTo>
                    <a:pt x="2672" y="3474"/>
                  </a:lnTo>
                  <a:lnTo>
                    <a:pt x="2662" y="3448"/>
                  </a:lnTo>
                  <a:lnTo>
                    <a:pt x="2651" y="3423"/>
                  </a:lnTo>
                  <a:lnTo>
                    <a:pt x="2639" y="3399"/>
                  </a:lnTo>
                  <a:lnTo>
                    <a:pt x="2626" y="3376"/>
                  </a:lnTo>
                  <a:lnTo>
                    <a:pt x="2612" y="3351"/>
                  </a:lnTo>
                  <a:lnTo>
                    <a:pt x="2599" y="3329"/>
                  </a:lnTo>
                  <a:lnTo>
                    <a:pt x="2585" y="3306"/>
                  </a:lnTo>
                  <a:lnTo>
                    <a:pt x="2569" y="3284"/>
                  </a:lnTo>
                  <a:lnTo>
                    <a:pt x="2554" y="3263"/>
                  </a:lnTo>
                  <a:lnTo>
                    <a:pt x="2538" y="3242"/>
                  </a:lnTo>
                  <a:lnTo>
                    <a:pt x="2521" y="3222"/>
                  </a:lnTo>
                  <a:lnTo>
                    <a:pt x="2503" y="3202"/>
                  </a:lnTo>
                  <a:lnTo>
                    <a:pt x="2486" y="3183"/>
                  </a:lnTo>
                  <a:lnTo>
                    <a:pt x="2467" y="3163"/>
                  </a:lnTo>
                  <a:lnTo>
                    <a:pt x="2447" y="3146"/>
                  </a:lnTo>
                  <a:lnTo>
                    <a:pt x="2429" y="3127"/>
                  </a:lnTo>
                  <a:lnTo>
                    <a:pt x="2408" y="3110"/>
                  </a:lnTo>
                  <a:lnTo>
                    <a:pt x="2388" y="3093"/>
                  </a:lnTo>
                  <a:lnTo>
                    <a:pt x="2366" y="3076"/>
                  </a:lnTo>
                  <a:lnTo>
                    <a:pt x="2345" y="3061"/>
                  </a:lnTo>
                  <a:lnTo>
                    <a:pt x="2323" y="3046"/>
                  </a:lnTo>
                  <a:lnTo>
                    <a:pt x="2300" y="3030"/>
                  </a:lnTo>
                  <a:lnTo>
                    <a:pt x="2277" y="3016"/>
                  </a:lnTo>
                  <a:lnTo>
                    <a:pt x="2229" y="2989"/>
                  </a:lnTo>
                  <a:lnTo>
                    <a:pt x="2180" y="2964"/>
                  </a:lnTo>
                  <a:lnTo>
                    <a:pt x="2129" y="2940"/>
                  </a:lnTo>
                  <a:lnTo>
                    <a:pt x="2077" y="2919"/>
                  </a:lnTo>
                  <a:lnTo>
                    <a:pt x="2023" y="2900"/>
                  </a:lnTo>
                  <a:lnTo>
                    <a:pt x="1967" y="2883"/>
                  </a:lnTo>
                  <a:lnTo>
                    <a:pt x="1910" y="2867"/>
                  </a:lnTo>
                  <a:lnTo>
                    <a:pt x="1852" y="2854"/>
                  </a:lnTo>
                  <a:lnTo>
                    <a:pt x="1793" y="2843"/>
                  </a:lnTo>
                  <a:lnTo>
                    <a:pt x="1732" y="2834"/>
                  </a:lnTo>
                  <a:lnTo>
                    <a:pt x="1671" y="2827"/>
                  </a:lnTo>
                  <a:lnTo>
                    <a:pt x="1608" y="2822"/>
                  </a:lnTo>
                  <a:lnTo>
                    <a:pt x="1544" y="2819"/>
                  </a:lnTo>
                  <a:lnTo>
                    <a:pt x="1479" y="2818"/>
                  </a:lnTo>
                  <a:lnTo>
                    <a:pt x="1415" y="2819"/>
                  </a:lnTo>
                  <a:lnTo>
                    <a:pt x="1352" y="2822"/>
                  </a:lnTo>
                  <a:lnTo>
                    <a:pt x="1289" y="2827"/>
                  </a:lnTo>
                  <a:lnTo>
                    <a:pt x="1227" y="2834"/>
                  </a:lnTo>
                  <a:lnTo>
                    <a:pt x="1167" y="2843"/>
                  </a:lnTo>
                  <a:lnTo>
                    <a:pt x="1107" y="2854"/>
                  </a:lnTo>
                  <a:lnTo>
                    <a:pt x="1049" y="2867"/>
                  </a:lnTo>
                  <a:lnTo>
                    <a:pt x="993" y="2883"/>
                  </a:lnTo>
                  <a:lnTo>
                    <a:pt x="937" y="2900"/>
                  </a:lnTo>
                  <a:lnTo>
                    <a:pt x="883" y="2919"/>
                  </a:lnTo>
                  <a:lnTo>
                    <a:pt x="830" y="2940"/>
                  </a:lnTo>
                  <a:lnTo>
                    <a:pt x="779" y="2963"/>
                  </a:lnTo>
                  <a:lnTo>
                    <a:pt x="730" y="2988"/>
                  </a:lnTo>
                  <a:lnTo>
                    <a:pt x="683" y="3016"/>
                  </a:lnTo>
                  <a:lnTo>
                    <a:pt x="659" y="3030"/>
                  </a:lnTo>
                  <a:lnTo>
                    <a:pt x="637" y="3046"/>
                  </a:lnTo>
                  <a:lnTo>
                    <a:pt x="614" y="3061"/>
                  </a:lnTo>
                  <a:lnTo>
                    <a:pt x="593" y="3076"/>
                  </a:lnTo>
                  <a:lnTo>
                    <a:pt x="573" y="3093"/>
                  </a:lnTo>
                  <a:lnTo>
                    <a:pt x="552" y="3109"/>
                  </a:lnTo>
                  <a:lnTo>
                    <a:pt x="532" y="3127"/>
                  </a:lnTo>
                  <a:lnTo>
                    <a:pt x="512" y="3145"/>
                  </a:lnTo>
                  <a:lnTo>
                    <a:pt x="492" y="3163"/>
                  </a:lnTo>
                  <a:lnTo>
                    <a:pt x="475" y="3182"/>
                  </a:lnTo>
                  <a:lnTo>
                    <a:pt x="456" y="3202"/>
                  </a:lnTo>
                  <a:lnTo>
                    <a:pt x="438" y="3222"/>
                  </a:lnTo>
                  <a:lnTo>
                    <a:pt x="422" y="3241"/>
                  </a:lnTo>
                  <a:lnTo>
                    <a:pt x="405" y="3262"/>
                  </a:lnTo>
                  <a:lnTo>
                    <a:pt x="390" y="3283"/>
                  </a:lnTo>
                  <a:lnTo>
                    <a:pt x="375" y="3305"/>
                  </a:lnTo>
                  <a:lnTo>
                    <a:pt x="360" y="3328"/>
                  </a:lnTo>
                  <a:lnTo>
                    <a:pt x="347" y="3350"/>
                  </a:lnTo>
                  <a:lnTo>
                    <a:pt x="334" y="3375"/>
                  </a:lnTo>
                  <a:lnTo>
                    <a:pt x="321" y="3398"/>
                  </a:lnTo>
                  <a:lnTo>
                    <a:pt x="308" y="3422"/>
                  </a:lnTo>
                  <a:lnTo>
                    <a:pt x="297" y="3447"/>
                  </a:lnTo>
                  <a:lnTo>
                    <a:pt x="288" y="3472"/>
                  </a:lnTo>
                  <a:lnTo>
                    <a:pt x="278" y="3498"/>
                  </a:lnTo>
                  <a:lnTo>
                    <a:pt x="268" y="3524"/>
                  </a:lnTo>
                  <a:lnTo>
                    <a:pt x="259" y="3552"/>
                  </a:lnTo>
                  <a:lnTo>
                    <a:pt x="251" y="3578"/>
                  </a:lnTo>
                  <a:lnTo>
                    <a:pt x="245" y="3607"/>
                  </a:lnTo>
                  <a:lnTo>
                    <a:pt x="238" y="3634"/>
                  </a:lnTo>
                  <a:lnTo>
                    <a:pt x="233" y="3663"/>
                  </a:lnTo>
                  <a:lnTo>
                    <a:pt x="227" y="3692"/>
                  </a:lnTo>
                  <a:lnTo>
                    <a:pt x="224" y="3722"/>
                  </a:lnTo>
                  <a:lnTo>
                    <a:pt x="220" y="3753"/>
                  </a:lnTo>
                  <a:lnTo>
                    <a:pt x="217" y="3784"/>
                  </a:lnTo>
                  <a:lnTo>
                    <a:pt x="216" y="3815"/>
                  </a:lnTo>
                  <a:lnTo>
                    <a:pt x="215" y="3846"/>
                  </a:lnTo>
                  <a:lnTo>
                    <a:pt x="216" y="3870"/>
                  </a:lnTo>
                  <a:lnTo>
                    <a:pt x="216" y="3872"/>
                  </a:lnTo>
                  <a:lnTo>
                    <a:pt x="2742" y="3872"/>
                  </a:lnTo>
                  <a:close/>
                  <a:moveTo>
                    <a:pt x="2747" y="4135"/>
                  </a:moveTo>
                  <a:lnTo>
                    <a:pt x="2746" y="4135"/>
                  </a:lnTo>
                  <a:lnTo>
                    <a:pt x="213" y="4135"/>
                  </a:lnTo>
                  <a:lnTo>
                    <a:pt x="191" y="4136"/>
                  </a:lnTo>
                  <a:lnTo>
                    <a:pt x="170" y="4139"/>
                  </a:lnTo>
                  <a:lnTo>
                    <a:pt x="149" y="4143"/>
                  </a:lnTo>
                  <a:lnTo>
                    <a:pt x="130" y="4151"/>
                  </a:lnTo>
                  <a:lnTo>
                    <a:pt x="112" y="4159"/>
                  </a:lnTo>
                  <a:lnTo>
                    <a:pt x="94" y="4169"/>
                  </a:lnTo>
                  <a:lnTo>
                    <a:pt x="77" y="4181"/>
                  </a:lnTo>
                  <a:lnTo>
                    <a:pt x="62" y="4194"/>
                  </a:lnTo>
                  <a:lnTo>
                    <a:pt x="49" y="4208"/>
                  </a:lnTo>
                  <a:lnTo>
                    <a:pt x="37" y="4224"/>
                  </a:lnTo>
                  <a:lnTo>
                    <a:pt x="26" y="4240"/>
                  </a:lnTo>
                  <a:lnTo>
                    <a:pt x="17" y="4258"/>
                  </a:lnTo>
                  <a:lnTo>
                    <a:pt x="10" y="4276"/>
                  </a:lnTo>
                  <a:lnTo>
                    <a:pt x="5" y="4295"/>
                  </a:lnTo>
                  <a:lnTo>
                    <a:pt x="2" y="4315"/>
                  </a:lnTo>
                  <a:lnTo>
                    <a:pt x="0" y="4336"/>
                  </a:lnTo>
                  <a:lnTo>
                    <a:pt x="0" y="4358"/>
                  </a:lnTo>
                  <a:lnTo>
                    <a:pt x="2" y="4379"/>
                  </a:lnTo>
                  <a:lnTo>
                    <a:pt x="5" y="4399"/>
                  </a:lnTo>
                  <a:lnTo>
                    <a:pt x="10" y="4417"/>
                  </a:lnTo>
                  <a:lnTo>
                    <a:pt x="17" y="4436"/>
                  </a:lnTo>
                  <a:lnTo>
                    <a:pt x="26" y="4454"/>
                  </a:lnTo>
                  <a:lnTo>
                    <a:pt x="37" y="4470"/>
                  </a:lnTo>
                  <a:lnTo>
                    <a:pt x="49" y="4486"/>
                  </a:lnTo>
                  <a:lnTo>
                    <a:pt x="62" y="4500"/>
                  </a:lnTo>
                  <a:lnTo>
                    <a:pt x="77" y="4513"/>
                  </a:lnTo>
                  <a:lnTo>
                    <a:pt x="94" y="4524"/>
                  </a:lnTo>
                  <a:lnTo>
                    <a:pt x="112" y="4535"/>
                  </a:lnTo>
                  <a:lnTo>
                    <a:pt x="130" y="4543"/>
                  </a:lnTo>
                  <a:lnTo>
                    <a:pt x="149" y="4551"/>
                  </a:lnTo>
                  <a:lnTo>
                    <a:pt x="170" y="4555"/>
                  </a:lnTo>
                  <a:lnTo>
                    <a:pt x="191" y="4558"/>
                  </a:lnTo>
                  <a:lnTo>
                    <a:pt x="213" y="4559"/>
                  </a:lnTo>
                  <a:lnTo>
                    <a:pt x="2746" y="4559"/>
                  </a:lnTo>
                  <a:lnTo>
                    <a:pt x="2747" y="4559"/>
                  </a:lnTo>
                  <a:lnTo>
                    <a:pt x="2768" y="4558"/>
                  </a:lnTo>
                  <a:lnTo>
                    <a:pt x="2788" y="4555"/>
                  </a:lnTo>
                  <a:lnTo>
                    <a:pt x="2809" y="4551"/>
                  </a:lnTo>
                  <a:lnTo>
                    <a:pt x="2829" y="4543"/>
                  </a:lnTo>
                  <a:lnTo>
                    <a:pt x="2847" y="4535"/>
                  </a:lnTo>
                  <a:lnTo>
                    <a:pt x="2864" y="4524"/>
                  </a:lnTo>
                  <a:lnTo>
                    <a:pt x="2881" y="4513"/>
                  </a:lnTo>
                  <a:lnTo>
                    <a:pt x="2896" y="4500"/>
                  </a:lnTo>
                  <a:lnTo>
                    <a:pt x="2909" y="4486"/>
                  </a:lnTo>
                  <a:lnTo>
                    <a:pt x="2922" y="4470"/>
                  </a:lnTo>
                  <a:lnTo>
                    <a:pt x="2933" y="4454"/>
                  </a:lnTo>
                  <a:lnTo>
                    <a:pt x="2941" y="4436"/>
                  </a:lnTo>
                  <a:lnTo>
                    <a:pt x="2949" y="4417"/>
                  </a:lnTo>
                  <a:lnTo>
                    <a:pt x="2953" y="4399"/>
                  </a:lnTo>
                  <a:lnTo>
                    <a:pt x="2957" y="4379"/>
                  </a:lnTo>
                  <a:lnTo>
                    <a:pt x="2958" y="4358"/>
                  </a:lnTo>
                  <a:lnTo>
                    <a:pt x="2958" y="4336"/>
                  </a:lnTo>
                  <a:lnTo>
                    <a:pt x="2957" y="4315"/>
                  </a:lnTo>
                  <a:lnTo>
                    <a:pt x="2953" y="4295"/>
                  </a:lnTo>
                  <a:lnTo>
                    <a:pt x="2949" y="4276"/>
                  </a:lnTo>
                  <a:lnTo>
                    <a:pt x="2941" y="4258"/>
                  </a:lnTo>
                  <a:lnTo>
                    <a:pt x="2933" y="4240"/>
                  </a:lnTo>
                  <a:lnTo>
                    <a:pt x="2922" y="4224"/>
                  </a:lnTo>
                  <a:lnTo>
                    <a:pt x="2909" y="4208"/>
                  </a:lnTo>
                  <a:lnTo>
                    <a:pt x="2896" y="4194"/>
                  </a:lnTo>
                  <a:lnTo>
                    <a:pt x="2881" y="4181"/>
                  </a:lnTo>
                  <a:lnTo>
                    <a:pt x="2864" y="4169"/>
                  </a:lnTo>
                  <a:lnTo>
                    <a:pt x="2847" y="4159"/>
                  </a:lnTo>
                  <a:lnTo>
                    <a:pt x="2829" y="4151"/>
                  </a:lnTo>
                  <a:lnTo>
                    <a:pt x="2809" y="4143"/>
                  </a:lnTo>
                  <a:lnTo>
                    <a:pt x="2788" y="4139"/>
                  </a:lnTo>
                  <a:lnTo>
                    <a:pt x="2768" y="4136"/>
                  </a:lnTo>
                  <a:lnTo>
                    <a:pt x="2747" y="4135"/>
                  </a:lnTo>
                  <a:close/>
                  <a:moveTo>
                    <a:pt x="2914" y="2050"/>
                  </a:moveTo>
                  <a:lnTo>
                    <a:pt x="3413" y="5365"/>
                  </a:lnTo>
                  <a:lnTo>
                    <a:pt x="5134" y="5365"/>
                  </a:lnTo>
                  <a:lnTo>
                    <a:pt x="5634" y="2050"/>
                  </a:lnTo>
                  <a:lnTo>
                    <a:pt x="2914" y="20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01210" y="3483896"/>
            <a:ext cx="4714875" cy="1441450"/>
            <a:chOff x="7246" y="4255"/>
            <a:chExt cx="6433" cy="1947"/>
          </a:xfrm>
        </p:grpSpPr>
        <p:sp>
          <p:nvSpPr>
            <p:cNvPr id="6" name="矩形 5"/>
            <p:cNvSpPr/>
            <p:nvPr/>
          </p:nvSpPr>
          <p:spPr>
            <a:xfrm>
              <a:off x="7246" y="4255"/>
              <a:ext cx="6433" cy="194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20"/>
            <p:cNvSpPr txBox="1"/>
            <p:nvPr/>
          </p:nvSpPr>
          <p:spPr>
            <a:xfrm flipH="1">
              <a:off x="8631" y="4828"/>
              <a:ext cx="3379" cy="1038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4400">
                  <a:solidFill>
                    <a:schemeClr val="bg1"/>
                  </a:solidFill>
                  <a:latin typeface="华文行楷" panose="02010800040101010101" charset="-122"/>
                  <a:ea typeface="华文行楷" panose="02010800040101010101" charset="-122"/>
                  <a:sym typeface="Arial" panose="020B0604020202020204" pitchFamily="34" charset="0"/>
                </a:rPr>
                <a:t>答辩</a:t>
              </a:r>
              <a:r>
                <a:rPr lang="zh-CN" altLang="en-US" sz="4400">
                  <a:solidFill>
                    <a:schemeClr val="bg1"/>
                  </a:solidFill>
                  <a:latin typeface="华文行楷" panose="02010800040101010101" charset="-122"/>
                  <a:ea typeface="华文行楷" panose="02010800040101010101" charset="-122"/>
                  <a:sym typeface="Arial" panose="020B0604020202020204" pitchFamily="34" charset="0"/>
                </a:rPr>
                <a:t>环节</a:t>
              </a:r>
              <a:endParaRPr lang="zh-CN" altLang="en-US" sz="4400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3" name="碗筷"/>
            <p:cNvSpPr/>
            <p:nvPr/>
          </p:nvSpPr>
          <p:spPr bwMode="auto">
            <a:xfrm>
              <a:off x="12435" y="4795"/>
              <a:ext cx="951" cy="871"/>
            </a:xfrm>
            <a:custGeom>
              <a:avLst/>
              <a:gdLst>
                <a:gd name="T0" fmla="*/ 2147483646 w 8126"/>
                <a:gd name="T1" fmla="*/ 2147483646 h 6743"/>
                <a:gd name="T2" fmla="*/ 2147483646 w 8126"/>
                <a:gd name="T3" fmla="*/ 2147483646 h 6743"/>
                <a:gd name="T4" fmla="*/ 2147483646 w 8126"/>
                <a:gd name="T5" fmla="*/ 2147483646 h 6743"/>
                <a:gd name="T6" fmla="*/ 2147483646 w 8126"/>
                <a:gd name="T7" fmla="*/ 2147483646 h 6743"/>
                <a:gd name="T8" fmla="*/ 2147483646 w 8126"/>
                <a:gd name="T9" fmla="*/ 2147483646 h 6743"/>
                <a:gd name="T10" fmla="*/ 2147483646 w 8126"/>
                <a:gd name="T11" fmla="*/ 2147483646 h 6743"/>
                <a:gd name="T12" fmla="*/ 2147483646 w 8126"/>
                <a:gd name="T13" fmla="*/ 2147483646 h 6743"/>
                <a:gd name="T14" fmla="*/ 2147483646 w 8126"/>
                <a:gd name="T15" fmla="*/ 2147483646 h 6743"/>
                <a:gd name="T16" fmla="*/ 2147483646 w 8126"/>
                <a:gd name="T17" fmla="*/ 2147483646 h 6743"/>
                <a:gd name="T18" fmla="*/ 2147483646 w 8126"/>
                <a:gd name="T19" fmla="*/ 2147483646 h 6743"/>
                <a:gd name="T20" fmla="*/ 2147483646 w 8126"/>
                <a:gd name="T21" fmla="*/ 2147483646 h 6743"/>
                <a:gd name="T22" fmla="*/ 2147483646 w 8126"/>
                <a:gd name="T23" fmla="*/ 2147483646 h 6743"/>
                <a:gd name="T24" fmla="*/ 2147483646 w 8126"/>
                <a:gd name="T25" fmla="*/ 2147483646 h 6743"/>
                <a:gd name="T26" fmla="*/ 2147483646 w 8126"/>
                <a:gd name="T27" fmla="*/ 2147483646 h 6743"/>
                <a:gd name="T28" fmla="*/ 2147483646 w 8126"/>
                <a:gd name="T29" fmla="*/ 2147483646 h 6743"/>
                <a:gd name="T30" fmla="*/ 322112854 w 8126"/>
                <a:gd name="T31" fmla="*/ 2147483646 h 6743"/>
                <a:gd name="T32" fmla="*/ 2147483646 w 8126"/>
                <a:gd name="T33" fmla="*/ 2147483646 h 6743"/>
                <a:gd name="T34" fmla="*/ 2147483646 w 8126"/>
                <a:gd name="T35" fmla="*/ 2147483646 h 6743"/>
                <a:gd name="T36" fmla="*/ 2147483646 w 8126"/>
                <a:gd name="T37" fmla="*/ 2147483646 h 6743"/>
                <a:gd name="T38" fmla="*/ 2147483646 w 8126"/>
                <a:gd name="T39" fmla="*/ 2147483646 h 6743"/>
                <a:gd name="T40" fmla="*/ 2147483646 w 8126"/>
                <a:gd name="T41" fmla="*/ 2147483646 h 6743"/>
                <a:gd name="T42" fmla="*/ 2147483646 w 8126"/>
                <a:gd name="T43" fmla="*/ 2147483646 h 6743"/>
                <a:gd name="T44" fmla="*/ 2147483646 w 8126"/>
                <a:gd name="T45" fmla="*/ 2147483646 h 6743"/>
                <a:gd name="T46" fmla="*/ 2147483646 w 8126"/>
                <a:gd name="T47" fmla="*/ 2147483646 h 6743"/>
                <a:gd name="T48" fmla="*/ 2147483646 w 8126"/>
                <a:gd name="T49" fmla="*/ 2147483646 h 6743"/>
                <a:gd name="T50" fmla="*/ 2147483646 w 8126"/>
                <a:gd name="T51" fmla="*/ 2147483646 h 6743"/>
                <a:gd name="T52" fmla="*/ 2147483646 w 8126"/>
                <a:gd name="T53" fmla="*/ 2147483646 h 6743"/>
                <a:gd name="T54" fmla="*/ 2147483646 w 8126"/>
                <a:gd name="T55" fmla="*/ 2147483646 h 6743"/>
                <a:gd name="T56" fmla="*/ 2147483646 w 8126"/>
                <a:gd name="T57" fmla="*/ 2147483646 h 6743"/>
                <a:gd name="T58" fmla="*/ 2147483646 w 8126"/>
                <a:gd name="T59" fmla="*/ 2147483646 h 6743"/>
                <a:gd name="T60" fmla="*/ 2147483646 w 8126"/>
                <a:gd name="T61" fmla="*/ 2147483646 h 6743"/>
                <a:gd name="T62" fmla="*/ 2147483646 w 8126"/>
                <a:gd name="T63" fmla="*/ 2147483646 h 6743"/>
                <a:gd name="T64" fmla="*/ 2147483646 w 8126"/>
                <a:gd name="T65" fmla="*/ 2147483646 h 6743"/>
                <a:gd name="T66" fmla="*/ 2147483646 w 8126"/>
                <a:gd name="T67" fmla="*/ 2147483646 h 6743"/>
                <a:gd name="T68" fmla="*/ 2147483646 w 8126"/>
                <a:gd name="T69" fmla="*/ 2147483646 h 6743"/>
                <a:gd name="T70" fmla="*/ 2147483646 w 8126"/>
                <a:gd name="T71" fmla="*/ 2147483646 h 6743"/>
                <a:gd name="T72" fmla="*/ 2147483646 w 8126"/>
                <a:gd name="T73" fmla="*/ 2147483646 h 6743"/>
                <a:gd name="T74" fmla="*/ 2147483646 w 8126"/>
                <a:gd name="T75" fmla="*/ 2147483646 h 6743"/>
                <a:gd name="T76" fmla="*/ 2147483646 w 8126"/>
                <a:gd name="T77" fmla="*/ 2147483646 h 6743"/>
                <a:gd name="T78" fmla="*/ 2147483646 w 8126"/>
                <a:gd name="T79" fmla="*/ 2147483646 h 6743"/>
                <a:gd name="T80" fmla="*/ 2147483646 w 8126"/>
                <a:gd name="T81" fmla="*/ 2147483646 h 6743"/>
                <a:gd name="T82" fmla="*/ 2147483646 w 8126"/>
                <a:gd name="T83" fmla="*/ 2147483646 h 6743"/>
                <a:gd name="T84" fmla="*/ 2147483646 w 8126"/>
                <a:gd name="T85" fmla="*/ 2147483646 h 6743"/>
                <a:gd name="T86" fmla="*/ 2147483646 w 8126"/>
                <a:gd name="T87" fmla="*/ 2147483646 h 6743"/>
                <a:gd name="T88" fmla="*/ 2147483646 w 8126"/>
                <a:gd name="T89" fmla="*/ 2147483646 h 6743"/>
                <a:gd name="T90" fmla="*/ 2147483646 w 8126"/>
                <a:gd name="T91" fmla="*/ 2147483646 h 6743"/>
                <a:gd name="T92" fmla="*/ 2147483646 w 8126"/>
                <a:gd name="T93" fmla="*/ 2147483646 h 6743"/>
                <a:gd name="T94" fmla="*/ 2147483646 w 8126"/>
                <a:gd name="T95" fmla="*/ 2147483646 h 6743"/>
                <a:gd name="T96" fmla="*/ 2147483646 w 8126"/>
                <a:gd name="T97" fmla="*/ 2147483646 h 6743"/>
                <a:gd name="T98" fmla="*/ 2147483646 w 8126"/>
                <a:gd name="T99" fmla="*/ 2147483646 h 6743"/>
                <a:gd name="T100" fmla="*/ 2147483646 w 8126"/>
                <a:gd name="T101" fmla="*/ 2147483646 h 6743"/>
                <a:gd name="T102" fmla="*/ 2147483646 w 8126"/>
                <a:gd name="T103" fmla="*/ 2147483646 h 6743"/>
                <a:gd name="T104" fmla="*/ 2147483646 w 8126"/>
                <a:gd name="T105" fmla="*/ 2147483646 h 6743"/>
                <a:gd name="T106" fmla="*/ 2147483646 w 8126"/>
                <a:gd name="T107" fmla="*/ 2147483646 h 6743"/>
                <a:gd name="T108" fmla="*/ 2147483646 w 8126"/>
                <a:gd name="T109" fmla="*/ 2147483646 h 6743"/>
                <a:gd name="T110" fmla="*/ 2147483646 w 8126"/>
                <a:gd name="T111" fmla="*/ 2147483646 h 6743"/>
                <a:gd name="T112" fmla="*/ 2147483646 w 8126"/>
                <a:gd name="T113" fmla="*/ 2147483646 h 6743"/>
                <a:gd name="T114" fmla="*/ 2147483646 w 8126"/>
                <a:gd name="T115" fmla="*/ 2147483646 h 6743"/>
                <a:gd name="T116" fmla="*/ 2147483646 w 8126"/>
                <a:gd name="T117" fmla="*/ 2147483646 h 6743"/>
                <a:gd name="T118" fmla="*/ 2147483646 w 8126"/>
                <a:gd name="T119" fmla="*/ 2147483646 h 6743"/>
                <a:gd name="T120" fmla="*/ 2147483646 w 8126"/>
                <a:gd name="T121" fmla="*/ 2147483646 h 674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126" h="6743">
                  <a:moveTo>
                    <a:pt x="8126" y="0"/>
                  </a:moveTo>
                  <a:lnTo>
                    <a:pt x="8126" y="363"/>
                  </a:lnTo>
                  <a:lnTo>
                    <a:pt x="3058" y="363"/>
                  </a:lnTo>
                  <a:lnTo>
                    <a:pt x="3098" y="727"/>
                  </a:lnTo>
                  <a:lnTo>
                    <a:pt x="8126" y="686"/>
                  </a:lnTo>
                  <a:lnTo>
                    <a:pt x="8107" y="1029"/>
                  </a:lnTo>
                  <a:lnTo>
                    <a:pt x="3078" y="1070"/>
                  </a:lnTo>
                  <a:lnTo>
                    <a:pt x="3062" y="1122"/>
                  </a:lnTo>
                  <a:lnTo>
                    <a:pt x="3045" y="1172"/>
                  </a:lnTo>
                  <a:lnTo>
                    <a:pt x="3024" y="1220"/>
                  </a:lnTo>
                  <a:lnTo>
                    <a:pt x="3003" y="1269"/>
                  </a:lnTo>
                  <a:lnTo>
                    <a:pt x="2979" y="1318"/>
                  </a:lnTo>
                  <a:lnTo>
                    <a:pt x="2953" y="1366"/>
                  </a:lnTo>
                  <a:lnTo>
                    <a:pt x="2925" y="1416"/>
                  </a:lnTo>
                  <a:lnTo>
                    <a:pt x="2896" y="1468"/>
                  </a:lnTo>
                  <a:lnTo>
                    <a:pt x="2833" y="1578"/>
                  </a:lnTo>
                  <a:lnTo>
                    <a:pt x="2761" y="1701"/>
                  </a:lnTo>
                  <a:lnTo>
                    <a:pt x="2721" y="1767"/>
                  </a:lnTo>
                  <a:lnTo>
                    <a:pt x="2681" y="1839"/>
                  </a:lnTo>
                  <a:lnTo>
                    <a:pt x="2638" y="1916"/>
                  </a:lnTo>
                  <a:lnTo>
                    <a:pt x="2594" y="1999"/>
                  </a:lnTo>
                  <a:lnTo>
                    <a:pt x="2579" y="2033"/>
                  </a:lnTo>
                  <a:lnTo>
                    <a:pt x="2565" y="2068"/>
                  </a:lnTo>
                  <a:lnTo>
                    <a:pt x="2552" y="2101"/>
                  </a:lnTo>
                  <a:lnTo>
                    <a:pt x="2541" y="2136"/>
                  </a:lnTo>
                  <a:lnTo>
                    <a:pt x="2530" y="2170"/>
                  </a:lnTo>
                  <a:lnTo>
                    <a:pt x="2522" y="2203"/>
                  </a:lnTo>
                  <a:lnTo>
                    <a:pt x="2514" y="2236"/>
                  </a:lnTo>
                  <a:lnTo>
                    <a:pt x="2507" y="2269"/>
                  </a:lnTo>
                  <a:lnTo>
                    <a:pt x="2502" y="2303"/>
                  </a:lnTo>
                  <a:lnTo>
                    <a:pt x="2499" y="2335"/>
                  </a:lnTo>
                  <a:lnTo>
                    <a:pt x="2497" y="2369"/>
                  </a:lnTo>
                  <a:lnTo>
                    <a:pt x="2497" y="2401"/>
                  </a:lnTo>
                  <a:lnTo>
                    <a:pt x="2498" y="2435"/>
                  </a:lnTo>
                  <a:lnTo>
                    <a:pt x="2501" y="2467"/>
                  </a:lnTo>
                  <a:lnTo>
                    <a:pt x="2506" y="2500"/>
                  </a:lnTo>
                  <a:lnTo>
                    <a:pt x="2512" y="2532"/>
                  </a:lnTo>
                  <a:lnTo>
                    <a:pt x="2521" y="2566"/>
                  </a:lnTo>
                  <a:lnTo>
                    <a:pt x="2531" y="2598"/>
                  </a:lnTo>
                  <a:lnTo>
                    <a:pt x="2544" y="2631"/>
                  </a:lnTo>
                  <a:lnTo>
                    <a:pt x="2558" y="2664"/>
                  </a:lnTo>
                  <a:lnTo>
                    <a:pt x="2575" y="2697"/>
                  </a:lnTo>
                  <a:lnTo>
                    <a:pt x="2594" y="2731"/>
                  </a:lnTo>
                  <a:lnTo>
                    <a:pt x="2615" y="2763"/>
                  </a:lnTo>
                  <a:lnTo>
                    <a:pt x="2638" y="2797"/>
                  </a:lnTo>
                  <a:lnTo>
                    <a:pt x="2665" y="2830"/>
                  </a:lnTo>
                  <a:lnTo>
                    <a:pt x="2692" y="2864"/>
                  </a:lnTo>
                  <a:lnTo>
                    <a:pt x="2724" y="2897"/>
                  </a:lnTo>
                  <a:lnTo>
                    <a:pt x="2756" y="2931"/>
                  </a:lnTo>
                  <a:lnTo>
                    <a:pt x="2792" y="2966"/>
                  </a:lnTo>
                  <a:lnTo>
                    <a:pt x="2832" y="2999"/>
                  </a:lnTo>
                  <a:lnTo>
                    <a:pt x="2872" y="3034"/>
                  </a:lnTo>
                  <a:lnTo>
                    <a:pt x="2916" y="3069"/>
                  </a:lnTo>
                  <a:lnTo>
                    <a:pt x="7278" y="3069"/>
                  </a:lnTo>
                  <a:lnTo>
                    <a:pt x="7272" y="3145"/>
                  </a:lnTo>
                  <a:lnTo>
                    <a:pt x="7264" y="3221"/>
                  </a:lnTo>
                  <a:lnTo>
                    <a:pt x="7256" y="3295"/>
                  </a:lnTo>
                  <a:lnTo>
                    <a:pt x="7245" y="3369"/>
                  </a:lnTo>
                  <a:lnTo>
                    <a:pt x="7234" y="3443"/>
                  </a:lnTo>
                  <a:lnTo>
                    <a:pt x="7221" y="3515"/>
                  </a:lnTo>
                  <a:lnTo>
                    <a:pt x="7207" y="3587"/>
                  </a:lnTo>
                  <a:lnTo>
                    <a:pt x="7192" y="3659"/>
                  </a:lnTo>
                  <a:lnTo>
                    <a:pt x="7177" y="3730"/>
                  </a:lnTo>
                  <a:lnTo>
                    <a:pt x="7160" y="3799"/>
                  </a:lnTo>
                  <a:lnTo>
                    <a:pt x="7141" y="3868"/>
                  </a:lnTo>
                  <a:lnTo>
                    <a:pt x="7121" y="3936"/>
                  </a:lnTo>
                  <a:lnTo>
                    <a:pt x="7100" y="4003"/>
                  </a:lnTo>
                  <a:lnTo>
                    <a:pt x="7080" y="4070"/>
                  </a:lnTo>
                  <a:lnTo>
                    <a:pt x="7056" y="4136"/>
                  </a:lnTo>
                  <a:lnTo>
                    <a:pt x="7033" y="4201"/>
                  </a:lnTo>
                  <a:lnTo>
                    <a:pt x="7009" y="4265"/>
                  </a:lnTo>
                  <a:lnTo>
                    <a:pt x="6983" y="4329"/>
                  </a:lnTo>
                  <a:lnTo>
                    <a:pt x="6957" y="4391"/>
                  </a:lnTo>
                  <a:lnTo>
                    <a:pt x="6930" y="4454"/>
                  </a:lnTo>
                  <a:lnTo>
                    <a:pt x="6902" y="4514"/>
                  </a:lnTo>
                  <a:lnTo>
                    <a:pt x="6873" y="4575"/>
                  </a:lnTo>
                  <a:lnTo>
                    <a:pt x="6843" y="4635"/>
                  </a:lnTo>
                  <a:lnTo>
                    <a:pt x="6813" y="4693"/>
                  </a:lnTo>
                  <a:lnTo>
                    <a:pt x="6782" y="4751"/>
                  </a:lnTo>
                  <a:lnTo>
                    <a:pt x="6750" y="4808"/>
                  </a:lnTo>
                  <a:lnTo>
                    <a:pt x="6718" y="4864"/>
                  </a:lnTo>
                  <a:lnTo>
                    <a:pt x="6684" y="4919"/>
                  </a:lnTo>
                  <a:lnTo>
                    <a:pt x="6651" y="4973"/>
                  </a:lnTo>
                  <a:lnTo>
                    <a:pt x="6616" y="5028"/>
                  </a:lnTo>
                  <a:lnTo>
                    <a:pt x="6581" y="5080"/>
                  </a:lnTo>
                  <a:lnTo>
                    <a:pt x="6545" y="5132"/>
                  </a:lnTo>
                  <a:lnTo>
                    <a:pt x="6509" y="5183"/>
                  </a:lnTo>
                  <a:lnTo>
                    <a:pt x="6472" y="5233"/>
                  </a:lnTo>
                  <a:lnTo>
                    <a:pt x="6435" y="5282"/>
                  </a:lnTo>
                  <a:lnTo>
                    <a:pt x="6398" y="5330"/>
                  </a:lnTo>
                  <a:lnTo>
                    <a:pt x="6360" y="5378"/>
                  </a:lnTo>
                  <a:lnTo>
                    <a:pt x="6322" y="5424"/>
                  </a:lnTo>
                  <a:lnTo>
                    <a:pt x="6282" y="5471"/>
                  </a:lnTo>
                  <a:lnTo>
                    <a:pt x="6243" y="5515"/>
                  </a:lnTo>
                  <a:lnTo>
                    <a:pt x="6203" y="5559"/>
                  </a:lnTo>
                  <a:lnTo>
                    <a:pt x="6164" y="5602"/>
                  </a:lnTo>
                  <a:lnTo>
                    <a:pt x="6123" y="5643"/>
                  </a:lnTo>
                  <a:lnTo>
                    <a:pt x="6083" y="5684"/>
                  </a:lnTo>
                  <a:lnTo>
                    <a:pt x="6042" y="5724"/>
                  </a:lnTo>
                  <a:lnTo>
                    <a:pt x="6002" y="5764"/>
                  </a:lnTo>
                  <a:lnTo>
                    <a:pt x="5960" y="5802"/>
                  </a:lnTo>
                  <a:lnTo>
                    <a:pt x="5919" y="5839"/>
                  </a:lnTo>
                  <a:lnTo>
                    <a:pt x="5878" y="5875"/>
                  </a:lnTo>
                  <a:lnTo>
                    <a:pt x="5836" y="5910"/>
                  </a:lnTo>
                  <a:lnTo>
                    <a:pt x="5794" y="5945"/>
                  </a:lnTo>
                  <a:lnTo>
                    <a:pt x="5754" y="5978"/>
                  </a:lnTo>
                  <a:lnTo>
                    <a:pt x="5712" y="6011"/>
                  </a:lnTo>
                  <a:lnTo>
                    <a:pt x="5670" y="6042"/>
                  </a:lnTo>
                  <a:lnTo>
                    <a:pt x="5628" y="6072"/>
                  </a:lnTo>
                  <a:lnTo>
                    <a:pt x="5587" y="6101"/>
                  </a:lnTo>
                  <a:lnTo>
                    <a:pt x="5545" y="6130"/>
                  </a:lnTo>
                  <a:lnTo>
                    <a:pt x="5504" y="6157"/>
                  </a:lnTo>
                  <a:lnTo>
                    <a:pt x="5463" y="6183"/>
                  </a:lnTo>
                  <a:lnTo>
                    <a:pt x="5422" y="6209"/>
                  </a:lnTo>
                  <a:lnTo>
                    <a:pt x="5380" y="6233"/>
                  </a:lnTo>
                  <a:lnTo>
                    <a:pt x="5340" y="6256"/>
                  </a:lnTo>
                  <a:lnTo>
                    <a:pt x="5299" y="6278"/>
                  </a:lnTo>
                  <a:lnTo>
                    <a:pt x="5259" y="6299"/>
                  </a:lnTo>
                  <a:lnTo>
                    <a:pt x="5219" y="6743"/>
                  </a:lnTo>
                  <a:lnTo>
                    <a:pt x="1988" y="6743"/>
                  </a:lnTo>
                  <a:lnTo>
                    <a:pt x="1988" y="6340"/>
                  </a:lnTo>
                  <a:lnTo>
                    <a:pt x="1898" y="6288"/>
                  </a:lnTo>
                  <a:lnTo>
                    <a:pt x="1813" y="6236"/>
                  </a:lnTo>
                  <a:lnTo>
                    <a:pt x="1729" y="6182"/>
                  </a:lnTo>
                  <a:lnTo>
                    <a:pt x="1648" y="6127"/>
                  </a:lnTo>
                  <a:lnTo>
                    <a:pt x="1569" y="6071"/>
                  </a:lnTo>
                  <a:lnTo>
                    <a:pt x="1494" y="6015"/>
                  </a:lnTo>
                  <a:lnTo>
                    <a:pt x="1420" y="5957"/>
                  </a:lnTo>
                  <a:lnTo>
                    <a:pt x="1349" y="5899"/>
                  </a:lnTo>
                  <a:lnTo>
                    <a:pt x="1279" y="5840"/>
                  </a:lnTo>
                  <a:lnTo>
                    <a:pt x="1213" y="5781"/>
                  </a:lnTo>
                  <a:lnTo>
                    <a:pt x="1150" y="5721"/>
                  </a:lnTo>
                  <a:lnTo>
                    <a:pt x="1087" y="5661"/>
                  </a:lnTo>
                  <a:lnTo>
                    <a:pt x="1027" y="5599"/>
                  </a:lnTo>
                  <a:lnTo>
                    <a:pt x="970" y="5538"/>
                  </a:lnTo>
                  <a:lnTo>
                    <a:pt x="914" y="5475"/>
                  </a:lnTo>
                  <a:lnTo>
                    <a:pt x="861" y="5414"/>
                  </a:lnTo>
                  <a:lnTo>
                    <a:pt x="809" y="5351"/>
                  </a:lnTo>
                  <a:lnTo>
                    <a:pt x="760" y="5287"/>
                  </a:lnTo>
                  <a:lnTo>
                    <a:pt x="713" y="5225"/>
                  </a:lnTo>
                  <a:lnTo>
                    <a:pt x="666" y="5162"/>
                  </a:lnTo>
                  <a:lnTo>
                    <a:pt x="623" y="5098"/>
                  </a:lnTo>
                  <a:lnTo>
                    <a:pt x="582" y="5036"/>
                  </a:lnTo>
                  <a:lnTo>
                    <a:pt x="541" y="4972"/>
                  </a:lnTo>
                  <a:lnTo>
                    <a:pt x="503" y="4910"/>
                  </a:lnTo>
                  <a:lnTo>
                    <a:pt x="467" y="4846"/>
                  </a:lnTo>
                  <a:lnTo>
                    <a:pt x="432" y="4783"/>
                  </a:lnTo>
                  <a:lnTo>
                    <a:pt x="399" y="4721"/>
                  </a:lnTo>
                  <a:lnTo>
                    <a:pt x="367" y="4659"/>
                  </a:lnTo>
                  <a:lnTo>
                    <a:pt x="338" y="4597"/>
                  </a:lnTo>
                  <a:lnTo>
                    <a:pt x="309" y="4536"/>
                  </a:lnTo>
                  <a:lnTo>
                    <a:pt x="283" y="4475"/>
                  </a:lnTo>
                  <a:lnTo>
                    <a:pt x="257" y="4415"/>
                  </a:lnTo>
                  <a:lnTo>
                    <a:pt x="234" y="4354"/>
                  </a:lnTo>
                  <a:lnTo>
                    <a:pt x="212" y="4295"/>
                  </a:lnTo>
                  <a:lnTo>
                    <a:pt x="191" y="4237"/>
                  </a:lnTo>
                  <a:lnTo>
                    <a:pt x="171" y="4179"/>
                  </a:lnTo>
                  <a:lnTo>
                    <a:pt x="153" y="4123"/>
                  </a:lnTo>
                  <a:lnTo>
                    <a:pt x="135" y="4067"/>
                  </a:lnTo>
                  <a:lnTo>
                    <a:pt x="119" y="4011"/>
                  </a:lnTo>
                  <a:lnTo>
                    <a:pt x="105" y="3958"/>
                  </a:lnTo>
                  <a:lnTo>
                    <a:pt x="91" y="3905"/>
                  </a:lnTo>
                  <a:lnTo>
                    <a:pt x="79" y="3853"/>
                  </a:lnTo>
                  <a:lnTo>
                    <a:pt x="67" y="3802"/>
                  </a:lnTo>
                  <a:lnTo>
                    <a:pt x="57" y="3752"/>
                  </a:lnTo>
                  <a:lnTo>
                    <a:pt x="47" y="3703"/>
                  </a:lnTo>
                  <a:lnTo>
                    <a:pt x="39" y="3657"/>
                  </a:lnTo>
                  <a:lnTo>
                    <a:pt x="25" y="3566"/>
                  </a:lnTo>
                  <a:lnTo>
                    <a:pt x="15" y="3482"/>
                  </a:lnTo>
                  <a:lnTo>
                    <a:pt x="7" y="3403"/>
                  </a:lnTo>
                  <a:lnTo>
                    <a:pt x="2" y="3331"/>
                  </a:lnTo>
                  <a:lnTo>
                    <a:pt x="0" y="3267"/>
                  </a:lnTo>
                  <a:lnTo>
                    <a:pt x="0" y="3210"/>
                  </a:lnTo>
                  <a:lnTo>
                    <a:pt x="1" y="3161"/>
                  </a:lnTo>
                  <a:lnTo>
                    <a:pt x="5" y="3121"/>
                  </a:lnTo>
                  <a:lnTo>
                    <a:pt x="9" y="3089"/>
                  </a:lnTo>
                  <a:lnTo>
                    <a:pt x="1646" y="3089"/>
                  </a:lnTo>
                  <a:lnTo>
                    <a:pt x="1628" y="3053"/>
                  </a:lnTo>
                  <a:lnTo>
                    <a:pt x="1612" y="3018"/>
                  </a:lnTo>
                  <a:lnTo>
                    <a:pt x="1597" y="2982"/>
                  </a:lnTo>
                  <a:lnTo>
                    <a:pt x="1583" y="2946"/>
                  </a:lnTo>
                  <a:lnTo>
                    <a:pt x="1569" y="2911"/>
                  </a:lnTo>
                  <a:lnTo>
                    <a:pt x="1558" y="2875"/>
                  </a:lnTo>
                  <a:lnTo>
                    <a:pt x="1546" y="2841"/>
                  </a:lnTo>
                  <a:lnTo>
                    <a:pt x="1536" y="2805"/>
                  </a:lnTo>
                  <a:lnTo>
                    <a:pt x="1526" y="2770"/>
                  </a:lnTo>
                  <a:lnTo>
                    <a:pt x="1517" y="2734"/>
                  </a:lnTo>
                  <a:lnTo>
                    <a:pt x="1510" y="2699"/>
                  </a:lnTo>
                  <a:lnTo>
                    <a:pt x="1503" y="2663"/>
                  </a:lnTo>
                  <a:lnTo>
                    <a:pt x="1497" y="2629"/>
                  </a:lnTo>
                  <a:lnTo>
                    <a:pt x="1492" y="2594"/>
                  </a:lnTo>
                  <a:lnTo>
                    <a:pt x="1487" y="2559"/>
                  </a:lnTo>
                  <a:lnTo>
                    <a:pt x="1483" y="2524"/>
                  </a:lnTo>
                  <a:lnTo>
                    <a:pt x="1481" y="2489"/>
                  </a:lnTo>
                  <a:lnTo>
                    <a:pt x="1479" y="2455"/>
                  </a:lnTo>
                  <a:lnTo>
                    <a:pt x="1478" y="2420"/>
                  </a:lnTo>
                  <a:lnTo>
                    <a:pt x="1478" y="2385"/>
                  </a:lnTo>
                  <a:lnTo>
                    <a:pt x="1478" y="2352"/>
                  </a:lnTo>
                  <a:lnTo>
                    <a:pt x="1479" y="2317"/>
                  </a:lnTo>
                  <a:lnTo>
                    <a:pt x="1481" y="2283"/>
                  </a:lnTo>
                  <a:lnTo>
                    <a:pt x="1483" y="2248"/>
                  </a:lnTo>
                  <a:lnTo>
                    <a:pt x="1487" y="2215"/>
                  </a:lnTo>
                  <a:lnTo>
                    <a:pt x="1490" y="2181"/>
                  </a:lnTo>
                  <a:lnTo>
                    <a:pt x="1501" y="2114"/>
                  </a:lnTo>
                  <a:lnTo>
                    <a:pt x="1514" y="2047"/>
                  </a:lnTo>
                  <a:lnTo>
                    <a:pt x="1529" y="1981"/>
                  </a:lnTo>
                  <a:lnTo>
                    <a:pt x="1546" y="1916"/>
                  </a:lnTo>
                  <a:lnTo>
                    <a:pt x="1566" y="1851"/>
                  </a:lnTo>
                  <a:lnTo>
                    <a:pt x="1589" y="1787"/>
                  </a:lnTo>
                  <a:lnTo>
                    <a:pt x="1613" y="1723"/>
                  </a:lnTo>
                  <a:lnTo>
                    <a:pt x="1640" y="1661"/>
                  </a:lnTo>
                  <a:lnTo>
                    <a:pt x="1669" y="1598"/>
                  </a:lnTo>
                  <a:lnTo>
                    <a:pt x="1700" y="1538"/>
                  </a:lnTo>
                  <a:lnTo>
                    <a:pt x="1733" y="1478"/>
                  </a:lnTo>
                  <a:lnTo>
                    <a:pt x="1766" y="1417"/>
                  </a:lnTo>
                  <a:lnTo>
                    <a:pt x="1802" y="1359"/>
                  </a:lnTo>
                  <a:lnTo>
                    <a:pt x="1840" y="1301"/>
                  </a:lnTo>
                  <a:lnTo>
                    <a:pt x="1879" y="1245"/>
                  </a:lnTo>
                  <a:lnTo>
                    <a:pt x="1919" y="1190"/>
                  </a:lnTo>
                  <a:lnTo>
                    <a:pt x="1961" y="1136"/>
                  </a:lnTo>
                  <a:lnTo>
                    <a:pt x="2004" y="1081"/>
                  </a:lnTo>
                  <a:lnTo>
                    <a:pt x="2048" y="1029"/>
                  </a:lnTo>
                  <a:lnTo>
                    <a:pt x="1664" y="1029"/>
                  </a:lnTo>
                  <a:lnTo>
                    <a:pt x="1625" y="1075"/>
                  </a:lnTo>
                  <a:lnTo>
                    <a:pt x="1587" y="1123"/>
                  </a:lnTo>
                  <a:lnTo>
                    <a:pt x="1548" y="1170"/>
                  </a:lnTo>
                  <a:lnTo>
                    <a:pt x="1512" y="1217"/>
                  </a:lnTo>
                  <a:lnTo>
                    <a:pt x="1478" y="1265"/>
                  </a:lnTo>
                  <a:lnTo>
                    <a:pt x="1444" y="1313"/>
                  </a:lnTo>
                  <a:lnTo>
                    <a:pt x="1410" y="1362"/>
                  </a:lnTo>
                  <a:lnTo>
                    <a:pt x="1380" y="1410"/>
                  </a:lnTo>
                  <a:lnTo>
                    <a:pt x="1350" y="1460"/>
                  </a:lnTo>
                  <a:lnTo>
                    <a:pt x="1322" y="1510"/>
                  </a:lnTo>
                  <a:lnTo>
                    <a:pt x="1296" y="1560"/>
                  </a:lnTo>
                  <a:lnTo>
                    <a:pt x="1270" y="1611"/>
                  </a:lnTo>
                  <a:lnTo>
                    <a:pt x="1247" y="1662"/>
                  </a:lnTo>
                  <a:lnTo>
                    <a:pt x="1225" y="1713"/>
                  </a:lnTo>
                  <a:lnTo>
                    <a:pt x="1205" y="1765"/>
                  </a:lnTo>
                  <a:lnTo>
                    <a:pt x="1188" y="1817"/>
                  </a:lnTo>
                  <a:lnTo>
                    <a:pt x="1172" y="1869"/>
                  </a:lnTo>
                  <a:lnTo>
                    <a:pt x="1158" y="1923"/>
                  </a:lnTo>
                  <a:lnTo>
                    <a:pt x="1145" y="1977"/>
                  </a:lnTo>
                  <a:lnTo>
                    <a:pt x="1136" y="2030"/>
                  </a:lnTo>
                  <a:lnTo>
                    <a:pt x="1128" y="2086"/>
                  </a:lnTo>
                  <a:lnTo>
                    <a:pt x="1122" y="2141"/>
                  </a:lnTo>
                  <a:lnTo>
                    <a:pt x="1118" y="2197"/>
                  </a:lnTo>
                  <a:lnTo>
                    <a:pt x="1117" y="2253"/>
                  </a:lnTo>
                  <a:lnTo>
                    <a:pt x="1120" y="2310"/>
                  </a:lnTo>
                  <a:lnTo>
                    <a:pt x="1123" y="2368"/>
                  </a:lnTo>
                  <a:lnTo>
                    <a:pt x="1129" y="2426"/>
                  </a:lnTo>
                  <a:lnTo>
                    <a:pt x="1138" y="2485"/>
                  </a:lnTo>
                  <a:lnTo>
                    <a:pt x="1150" y="2544"/>
                  </a:lnTo>
                  <a:lnTo>
                    <a:pt x="1164" y="2604"/>
                  </a:lnTo>
                  <a:lnTo>
                    <a:pt x="1181" y="2664"/>
                  </a:lnTo>
                  <a:lnTo>
                    <a:pt x="1201" y="2726"/>
                  </a:lnTo>
                  <a:lnTo>
                    <a:pt x="858" y="2726"/>
                  </a:lnTo>
                  <a:lnTo>
                    <a:pt x="839" y="2688"/>
                  </a:lnTo>
                  <a:lnTo>
                    <a:pt x="823" y="2649"/>
                  </a:lnTo>
                  <a:lnTo>
                    <a:pt x="808" y="2610"/>
                  </a:lnTo>
                  <a:lnTo>
                    <a:pt x="795" y="2571"/>
                  </a:lnTo>
                  <a:lnTo>
                    <a:pt x="783" y="2530"/>
                  </a:lnTo>
                  <a:lnTo>
                    <a:pt x="774" y="2488"/>
                  </a:lnTo>
                  <a:lnTo>
                    <a:pt x="767" y="2445"/>
                  </a:lnTo>
                  <a:lnTo>
                    <a:pt x="761" y="2401"/>
                  </a:lnTo>
                  <a:lnTo>
                    <a:pt x="758" y="2357"/>
                  </a:lnTo>
                  <a:lnTo>
                    <a:pt x="756" y="2312"/>
                  </a:lnTo>
                  <a:lnTo>
                    <a:pt x="757" y="2266"/>
                  </a:lnTo>
                  <a:lnTo>
                    <a:pt x="758" y="2218"/>
                  </a:lnTo>
                  <a:lnTo>
                    <a:pt x="763" y="2170"/>
                  </a:lnTo>
                  <a:lnTo>
                    <a:pt x="768" y="2121"/>
                  </a:lnTo>
                  <a:lnTo>
                    <a:pt x="776" y="2070"/>
                  </a:lnTo>
                  <a:lnTo>
                    <a:pt x="787" y="2019"/>
                  </a:lnTo>
                  <a:lnTo>
                    <a:pt x="798" y="1966"/>
                  </a:lnTo>
                  <a:lnTo>
                    <a:pt x="814" y="1912"/>
                  </a:lnTo>
                  <a:lnTo>
                    <a:pt x="830" y="1858"/>
                  </a:lnTo>
                  <a:lnTo>
                    <a:pt x="847" y="1801"/>
                  </a:lnTo>
                  <a:lnTo>
                    <a:pt x="868" y="1744"/>
                  </a:lnTo>
                  <a:lnTo>
                    <a:pt x="891" y="1686"/>
                  </a:lnTo>
                  <a:lnTo>
                    <a:pt x="916" y="1626"/>
                  </a:lnTo>
                  <a:lnTo>
                    <a:pt x="943" y="1565"/>
                  </a:lnTo>
                  <a:lnTo>
                    <a:pt x="972" y="1503"/>
                  </a:lnTo>
                  <a:lnTo>
                    <a:pt x="1004" y="1439"/>
                  </a:lnTo>
                  <a:lnTo>
                    <a:pt x="1037" y="1374"/>
                  </a:lnTo>
                  <a:lnTo>
                    <a:pt x="1073" y="1308"/>
                  </a:lnTo>
                  <a:lnTo>
                    <a:pt x="1111" y="1241"/>
                  </a:lnTo>
                  <a:lnTo>
                    <a:pt x="1152" y="1172"/>
                  </a:lnTo>
                  <a:lnTo>
                    <a:pt x="1195" y="1101"/>
                  </a:lnTo>
                  <a:lnTo>
                    <a:pt x="1241" y="1029"/>
                  </a:lnTo>
                  <a:lnTo>
                    <a:pt x="89" y="1029"/>
                  </a:lnTo>
                  <a:lnTo>
                    <a:pt x="89" y="746"/>
                  </a:lnTo>
                  <a:lnTo>
                    <a:pt x="1293" y="707"/>
                  </a:lnTo>
                  <a:lnTo>
                    <a:pt x="1290" y="686"/>
                  </a:lnTo>
                  <a:lnTo>
                    <a:pt x="1286" y="666"/>
                  </a:lnTo>
                  <a:lnTo>
                    <a:pt x="1283" y="626"/>
                  </a:lnTo>
                  <a:lnTo>
                    <a:pt x="1282" y="585"/>
                  </a:lnTo>
                  <a:lnTo>
                    <a:pt x="1281" y="545"/>
                  </a:lnTo>
                  <a:lnTo>
                    <a:pt x="1279" y="504"/>
                  </a:lnTo>
                  <a:lnTo>
                    <a:pt x="1277" y="465"/>
                  </a:lnTo>
                  <a:lnTo>
                    <a:pt x="1274" y="424"/>
                  </a:lnTo>
                  <a:lnTo>
                    <a:pt x="1271" y="403"/>
                  </a:lnTo>
                  <a:lnTo>
                    <a:pt x="1268" y="383"/>
                  </a:lnTo>
                  <a:lnTo>
                    <a:pt x="89" y="383"/>
                  </a:lnTo>
                  <a:lnTo>
                    <a:pt x="89" y="39"/>
                  </a:lnTo>
                  <a:lnTo>
                    <a:pt x="8126" y="0"/>
                  </a:lnTo>
                  <a:close/>
                  <a:moveTo>
                    <a:pt x="1601" y="368"/>
                  </a:moveTo>
                  <a:lnTo>
                    <a:pt x="1601" y="368"/>
                  </a:lnTo>
                  <a:lnTo>
                    <a:pt x="1599" y="368"/>
                  </a:lnTo>
                  <a:lnTo>
                    <a:pt x="1598" y="371"/>
                  </a:lnTo>
                  <a:lnTo>
                    <a:pt x="1597" y="380"/>
                  </a:lnTo>
                  <a:lnTo>
                    <a:pt x="1597" y="395"/>
                  </a:lnTo>
                  <a:lnTo>
                    <a:pt x="1598" y="415"/>
                  </a:lnTo>
                  <a:lnTo>
                    <a:pt x="1604" y="465"/>
                  </a:lnTo>
                  <a:lnTo>
                    <a:pt x="1613" y="524"/>
                  </a:lnTo>
                  <a:lnTo>
                    <a:pt x="1632" y="635"/>
                  </a:lnTo>
                  <a:lnTo>
                    <a:pt x="1641" y="689"/>
                  </a:lnTo>
                  <a:lnTo>
                    <a:pt x="2028" y="684"/>
                  </a:lnTo>
                  <a:lnTo>
                    <a:pt x="1984" y="353"/>
                  </a:lnTo>
                  <a:lnTo>
                    <a:pt x="1601" y="368"/>
                  </a:lnTo>
                  <a:close/>
                  <a:moveTo>
                    <a:pt x="2337" y="345"/>
                  </a:moveTo>
                  <a:lnTo>
                    <a:pt x="2337" y="345"/>
                  </a:lnTo>
                  <a:lnTo>
                    <a:pt x="2332" y="349"/>
                  </a:lnTo>
                  <a:lnTo>
                    <a:pt x="2328" y="353"/>
                  </a:lnTo>
                  <a:lnTo>
                    <a:pt x="2325" y="360"/>
                  </a:lnTo>
                  <a:lnTo>
                    <a:pt x="2322" y="368"/>
                  </a:lnTo>
                  <a:lnTo>
                    <a:pt x="2319" y="379"/>
                  </a:lnTo>
                  <a:lnTo>
                    <a:pt x="2317" y="389"/>
                  </a:lnTo>
                  <a:lnTo>
                    <a:pt x="2315" y="415"/>
                  </a:lnTo>
                  <a:lnTo>
                    <a:pt x="2313" y="445"/>
                  </a:lnTo>
                  <a:lnTo>
                    <a:pt x="2313" y="476"/>
                  </a:lnTo>
                  <a:lnTo>
                    <a:pt x="2316" y="510"/>
                  </a:lnTo>
                  <a:lnTo>
                    <a:pt x="2318" y="545"/>
                  </a:lnTo>
                  <a:lnTo>
                    <a:pt x="2323" y="578"/>
                  </a:lnTo>
                  <a:lnTo>
                    <a:pt x="2327" y="612"/>
                  </a:lnTo>
                  <a:lnTo>
                    <a:pt x="2332" y="642"/>
                  </a:lnTo>
                  <a:lnTo>
                    <a:pt x="2338" y="669"/>
                  </a:lnTo>
                  <a:lnTo>
                    <a:pt x="2342" y="692"/>
                  </a:lnTo>
                  <a:lnTo>
                    <a:pt x="2348" y="709"/>
                  </a:lnTo>
                  <a:lnTo>
                    <a:pt x="2352" y="716"/>
                  </a:lnTo>
                  <a:lnTo>
                    <a:pt x="2354" y="721"/>
                  </a:lnTo>
                  <a:lnTo>
                    <a:pt x="2356" y="723"/>
                  </a:lnTo>
                  <a:lnTo>
                    <a:pt x="2359" y="724"/>
                  </a:lnTo>
                  <a:lnTo>
                    <a:pt x="2747" y="722"/>
                  </a:lnTo>
                  <a:lnTo>
                    <a:pt x="2749" y="676"/>
                  </a:lnTo>
                  <a:lnTo>
                    <a:pt x="2750" y="633"/>
                  </a:lnTo>
                  <a:lnTo>
                    <a:pt x="2749" y="593"/>
                  </a:lnTo>
                  <a:lnTo>
                    <a:pt x="2748" y="557"/>
                  </a:lnTo>
                  <a:lnTo>
                    <a:pt x="2746" y="525"/>
                  </a:lnTo>
                  <a:lnTo>
                    <a:pt x="2742" y="495"/>
                  </a:lnTo>
                  <a:lnTo>
                    <a:pt x="2738" y="468"/>
                  </a:lnTo>
                  <a:lnTo>
                    <a:pt x="2733" y="444"/>
                  </a:lnTo>
                  <a:lnTo>
                    <a:pt x="2727" y="422"/>
                  </a:lnTo>
                  <a:lnTo>
                    <a:pt x="2721" y="403"/>
                  </a:lnTo>
                  <a:lnTo>
                    <a:pt x="2714" y="386"/>
                  </a:lnTo>
                  <a:lnTo>
                    <a:pt x="2707" y="371"/>
                  </a:lnTo>
                  <a:lnTo>
                    <a:pt x="2701" y="358"/>
                  </a:lnTo>
                  <a:lnTo>
                    <a:pt x="2694" y="348"/>
                  </a:lnTo>
                  <a:lnTo>
                    <a:pt x="2687" y="338"/>
                  </a:lnTo>
                  <a:lnTo>
                    <a:pt x="2679" y="330"/>
                  </a:lnTo>
                  <a:lnTo>
                    <a:pt x="2337" y="345"/>
                  </a:lnTo>
                  <a:close/>
                  <a:moveTo>
                    <a:pt x="2371" y="1070"/>
                  </a:moveTo>
                  <a:lnTo>
                    <a:pt x="2371" y="1070"/>
                  </a:lnTo>
                  <a:lnTo>
                    <a:pt x="2349" y="1110"/>
                  </a:lnTo>
                  <a:lnTo>
                    <a:pt x="2324" y="1152"/>
                  </a:lnTo>
                  <a:lnTo>
                    <a:pt x="2295" y="1196"/>
                  </a:lnTo>
                  <a:lnTo>
                    <a:pt x="2264" y="1241"/>
                  </a:lnTo>
                  <a:lnTo>
                    <a:pt x="2196" y="1337"/>
                  </a:lnTo>
                  <a:lnTo>
                    <a:pt x="2124" y="1438"/>
                  </a:lnTo>
                  <a:lnTo>
                    <a:pt x="2087" y="1490"/>
                  </a:lnTo>
                  <a:lnTo>
                    <a:pt x="2051" y="1543"/>
                  </a:lnTo>
                  <a:lnTo>
                    <a:pt x="2016" y="1597"/>
                  </a:lnTo>
                  <a:lnTo>
                    <a:pt x="1981" y="1651"/>
                  </a:lnTo>
                  <a:lnTo>
                    <a:pt x="1948" y="1707"/>
                  </a:lnTo>
                  <a:lnTo>
                    <a:pt x="1917" y="1764"/>
                  </a:lnTo>
                  <a:lnTo>
                    <a:pt x="1889" y="1821"/>
                  </a:lnTo>
                  <a:lnTo>
                    <a:pt x="1876" y="1850"/>
                  </a:lnTo>
                  <a:lnTo>
                    <a:pt x="1864" y="1877"/>
                  </a:lnTo>
                  <a:lnTo>
                    <a:pt x="1850" y="1912"/>
                  </a:lnTo>
                  <a:lnTo>
                    <a:pt x="1837" y="1948"/>
                  </a:lnTo>
                  <a:lnTo>
                    <a:pt x="1827" y="1983"/>
                  </a:lnTo>
                  <a:lnTo>
                    <a:pt x="1816" y="2019"/>
                  </a:lnTo>
                  <a:lnTo>
                    <a:pt x="1808" y="2056"/>
                  </a:lnTo>
                  <a:lnTo>
                    <a:pt x="1800" y="2092"/>
                  </a:lnTo>
                  <a:lnTo>
                    <a:pt x="1794" y="2129"/>
                  </a:lnTo>
                  <a:lnTo>
                    <a:pt x="1789" y="2166"/>
                  </a:lnTo>
                  <a:lnTo>
                    <a:pt x="1786" y="2203"/>
                  </a:lnTo>
                  <a:lnTo>
                    <a:pt x="1784" y="2240"/>
                  </a:lnTo>
                  <a:lnTo>
                    <a:pt x="1783" y="2279"/>
                  </a:lnTo>
                  <a:lnTo>
                    <a:pt x="1783" y="2316"/>
                  </a:lnTo>
                  <a:lnTo>
                    <a:pt x="1785" y="2354"/>
                  </a:lnTo>
                  <a:lnTo>
                    <a:pt x="1787" y="2392"/>
                  </a:lnTo>
                  <a:lnTo>
                    <a:pt x="1792" y="2430"/>
                  </a:lnTo>
                  <a:lnTo>
                    <a:pt x="1798" y="2467"/>
                  </a:lnTo>
                  <a:lnTo>
                    <a:pt x="1805" y="2506"/>
                  </a:lnTo>
                  <a:lnTo>
                    <a:pt x="1814" y="2544"/>
                  </a:lnTo>
                  <a:lnTo>
                    <a:pt x="1823" y="2582"/>
                  </a:lnTo>
                  <a:lnTo>
                    <a:pt x="1835" y="2620"/>
                  </a:lnTo>
                  <a:lnTo>
                    <a:pt x="1847" y="2659"/>
                  </a:lnTo>
                  <a:lnTo>
                    <a:pt x="1863" y="2697"/>
                  </a:lnTo>
                  <a:lnTo>
                    <a:pt x="1878" y="2735"/>
                  </a:lnTo>
                  <a:lnTo>
                    <a:pt x="1895" y="2773"/>
                  </a:lnTo>
                  <a:lnTo>
                    <a:pt x="1915" y="2811"/>
                  </a:lnTo>
                  <a:lnTo>
                    <a:pt x="1934" y="2849"/>
                  </a:lnTo>
                  <a:lnTo>
                    <a:pt x="1956" y="2886"/>
                  </a:lnTo>
                  <a:lnTo>
                    <a:pt x="1980" y="2923"/>
                  </a:lnTo>
                  <a:lnTo>
                    <a:pt x="2004" y="2960"/>
                  </a:lnTo>
                  <a:lnTo>
                    <a:pt x="2031" y="2996"/>
                  </a:lnTo>
                  <a:lnTo>
                    <a:pt x="2058" y="3033"/>
                  </a:lnTo>
                  <a:lnTo>
                    <a:pt x="2089" y="3069"/>
                  </a:lnTo>
                  <a:lnTo>
                    <a:pt x="2412" y="3069"/>
                  </a:lnTo>
                  <a:lnTo>
                    <a:pt x="2389" y="3038"/>
                  </a:lnTo>
                  <a:lnTo>
                    <a:pt x="2367" y="3005"/>
                  </a:lnTo>
                  <a:lnTo>
                    <a:pt x="2345" y="2972"/>
                  </a:lnTo>
                  <a:lnTo>
                    <a:pt x="2324" y="2938"/>
                  </a:lnTo>
                  <a:lnTo>
                    <a:pt x="2304" y="2902"/>
                  </a:lnTo>
                  <a:lnTo>
                    <a:pt x="2284" y="2866"/>
                  </a:lnTo>
                  <a:lnTo>
                    <a:pt x="2266" y="2830"/>
                  </a:lnTo>
                  <a:lnTo>
                    <a:pt x="2248" y="2793"/>
                  </a:lnTo>
                  <a:lnTo>
                    <a:pt x="2232" y="2755"/>
                  </a:lnTo>
                  <a:lnTo>
                    <a:pt x="2217" y="2717"/>
                  </a:lnTo>
                  <a:lnTo>
                    <a:pt x="2203" y="2678"/>
                  </a:lnTo>
                  <a:lnTo>
                    <a:pt x="2189" y="2639"/>
                  </a:lnTo>
                  <a:lnTo>
                    <a:pt x="2178" y="2600"/>
                  </a:lnTo>
                  <a:lnTo>
                    <a:pt x="2167" y="2560"/>
                  </a:lnTo>
                  <a:lnTo>
                    <a:pt x="2157" y="2520"/>
                  </a:lnTo>
                  <a:lnTo>
                    <a:pt x="2149" y="2480"/>
                  </a:lnTo>
                  <a:lnTo>
                    <a:pt x="2143" y="2440"/>
                  </a:lnTo>
                  <a:lnTo>
                    <a:pt x="2137" y="2399"/>
                  </a:lnTo>
                  <a:lnTo>
                    <a:pt x="2133" y="2360"/>
                  </a:lnTo>
                  <a:lnTo>
                    <a:pt x="2130" y="2319"/>
                  </a:lnTo>
                  <a:lnTo>
                    <a:pt x="2129" y="2280"/>
                  </a:lnTo>
                  <a:lnTo>
                    <a:pt x="2130" y="2239"/>
                  </a:lnTo>
                  <a:lnTo>
                    <a:pt x="2133" y="2200"/>
                  </a:lnTo>
                  <a:lnTo>
                    <a:pt x="2136" y="2161"/>
                  </a:lnTo>
                  <a:lnTo>
                    <a:pt x="2142" y="2123"/>
                  </a:lnTo>
                  <a:lnTo>
                    <a:pt x="2149" y="2085"/>
                  </a:lnTo>
                  <a:lnTo>
                    <a:pt x="2158" y="2047"/>
                  </a:lnTo>
                  <a:lnTo>
                    <a:pt x="2170" y="2010"/>
                  </a:lnTo>
                  <a:lnTo>
                    <a:pt x="2182" y="1974"/>
                  </a:lnTo>
                  <a:lnTo>
                    <a:pt x="2197" y="1938"/>
                  </a:lnTo>
                  <a:lnTo>
                    <a:pt x="2214" y="1903"/>
                  </a:lnTo>
                  <a:lnTo>
                    <a:pt x="2232" y="1869"/>
                  </a:lnTo>
                  <a:lnTo>
                    <a:pt x="2260" y="1823"/>
                  </a:lnTo>
                  <a:lnTo>
                    <a:pt x="2289" y="1778"/>
                  </a:lnTo>
                  <a:lnTo>
                    <a:pt x="2345" y="1690"/>
                  </a:lnTo>
                  <a:lnTo>
                    <a:pt x="2403" y="1603"/>
                  </a:lnTo>
                  <a:lnTo>
                    <a:pt x="2461" y="1512"/>
                  </a:lnTo>
                  <a:lnTo>
                    <a:pt x="2521" y="1417"/>
                  </a:lnTo>
                  <a:lnTo>
                    <a:pt x="2552" y="1367"/>
                  </a:lnTo>
                  <a:lnTo>
                    <a:pt x="2583" y="1314"/>
                  </a:lnTo>
                  <a:lnTo>
                    <a:pt x="2615" y="1259"/>
                  </a:lnTo>
                  <a:lnTo>
                    <a:pt x="2648" y="1199"/>
                  </a:lnTo>
                  <a:lnTo>
                    <a:pt x="2681" y="1137"/>
                  </a:lnTo>
                  <a:lnTo>
                    <a:pt x="2714" y="1070"/>
                  </a:lnTo>
                  <a:lnTo>
                    <a:pt x="2677" y="1068"/>
                  </a:lnTo>
                  <a:lnTo>
                    <a:pt x="2634" y="1068"/>
                  </a:lnTo>
                  <a:lnTo>
                    <a:pt x="2543" y="1070"/>
                  </a:lnTo>
                  <a:lnTo>
                    <a:pt x="2451" y="1072"/>
                  </a:lnTo>
                  <a:lnTo>
                    <a:pt x="2410" y="1072"/>
                  </a:lnTo>
                  <a:lnTo>
                    <a:pt x="2371" y="1070"/>
                  </a:lnTo>
                  <a:close/>
                  <a:moveTo>
                    <a:pt x="350" y="3378"/>
                  </a:moveTo>
                  <a:lnTo>
                    <a:pt x="350" y="3378"/>
                  </a:lnTo>
                  <a:lnTo>
                    <a:pt x="350" y="3411"/>
                  </a:lnTo>
                  <a:lnTo>
                    <a:pt x="352" y="3447"/>
                  </a:lnTo>
                  <a:lnTo>
                    <a:pt x="355" y="3486"/>
                  </a:lnTo>
                  <a:lnTo>
                    <a:pt x="359" y="3527"/>
                  </a:lnTo>
                  <a:lnTo>
                    <a:pt x="365" y="3571"/>
                  </a:lnTo>
                  <a:lnTo>
                    <a:pt x="372" y="3616"/>
                  </a:lnTo>
                  <a:lnTo>
                    <a:pt x="379" y="3662"/>
                  </a:lnTo>
                  <a:lnTo>
                    <a:pt x="388" y="3711"/>
                  </a:lnTo>
                  <a:lnTo>
                    <a:pt x="399" y="3760"/>
                  </a:lnTo>
                  <a:lnTo>
                    <a:pt x="409" y="3810"/>
                  </a:lnTo>
                  <a:lnTo>
                    <a:pt x="422" y="3859"/>
                  </a:lnTo>
                  <a:lnTo>
                    <a:pt x="435" y="3909"/>
                  </a:lnTo>
                  <a:lnTo>
                    <a:pt x="448" y="3958"/>
                  </a:lnTo>
                  <a:lnTo>
                    <a:pt x="464" y="4007"/>
                  </a:lnTo>
                  <a:lnTo>
                    <a:pt x="479" y="4053"/>
                  </a:lnTo>
                  <a:lnTo>
                    <a:pt x="495" y="4098"/>
                  </a:lnTo>
                  <a:lnTo>
                    <a:pt x="594" y="4098"/>
                  </a:lnTo>
                  <a:lnTo>
                    <a:pt x="594" y="3775"/>
                  </a:lnTo>
                  <a:lnTo>
                    <a:pt x="1019" y="3775"/>
                  </a:lnTo>
                  <a:lnTo>
                    <a:pt x="1019" y="4058"/>
                  </a:lnTo>
                  <a:lnTo>
                    <a:pt x="881" y="4063"/>
                  </a:lnTo>
                  <a:lnTo>
                    <a:pt x="881" y="3905"/>
                  </a:lnTo>
                  <a:lnTo>
                    <a:pt x="716" y="3905"/>
                  </a:lnTo>
                  <a:lnTo>
                    <a:pt x="716" y="4200"/>
                  </a:lnTo>
                  <a:lnTo>
                    <a:pt x="1180" y="4200"/>
                  </a:lnTo>
                  <a:lnTo>
                    <a:pt x="1180" y="3775"/>
                  </a:lnTo>
                  <a:lnTo>
                    <a:pt x="1927" y="3775"/>
                  </a:lnTo>
                  <a:lnTo>
                    <a:pt x="1927" y="4339"/>
                  </a:lnTo>
                  <a:lnTo>
                    <a:pt x="1502" y="4339"/>
                  </a:lnTo>
                  <a:lnTo>
                    <a:pt x="1502" y="4066"/>
                  </a:lnTo>
                  <a:lnTo>
                    <a:pt x="1642" y="4066"/>
                  </a:lnTo>
                  <a:lnTo>
                    <a:pt x="1642" y="4199"/>
                  </a:lnTo>
                  <a:lnTo>
                    <a:pt x="1793" y="4183"/>
                  </a:lnTo>
                  <a:lnTo>
                    <a:pt x="1793" y="3915"/>
                  </a:lnTo>
                  <a:lnTo>
                    <a:pt x="1340" y="3915"/>
                  </a:lnTo>
                  <a:lnTo>
                    <a:pt x="1340" y="4343"/>
                  </a:lnTo>
                  <a:lnTo>
                    <a:pt x="652" y="4343"/>
                  </a:lnTo>
                  <a:lnTo>
                    <a:pt x="679" y="4413"/>
                  </a:lnTo>
                  <a:lnTo>
                    <a:pt x="707" y="4482"/>
                  </a:lnTo>
                  <a:lnTo>
                    <a:pt x="737" y="4550"/>
                  </a:lnTo>
                  <a:lnTo>
                    <a:pt x="768" y="4619"/>
                  </a:lnTo>
                  <a:lnTo>
                    <a:pt x="802" y="4685"/>
                  </a:lnTo>
                  <a:lnTo>
                    <a:pt x="836" y="4751"/>
                  </a:lnTo>
                  <a:lnTo>
                    <a:pt x="873" y="4817"/>
                  </a:lnTo>
                  <a:lnTo>
                    <a:pt x="911" y="4881"/>
                  </a:lnTo>
                  <a:lnTo>
                    <a:pt x="950" y="4944"/>
                  </a:lnTo>
                  <a:lnTo>
                    <a:pt x="991" y="5007"/>
                  </a:lnTo>
                  <a:lnTo>
                    <a:pt x="1034" y="5068"/>
                  </a:lnTo>
                  <a:lnTo>
                    <a:pt x="1079" y="5129"/>
                  </a:lnTo>
                  <a:lnTo>
                    <a:pt x="1125" y="5188"/>
                  </a:lnTo>
                  <a:lnTo>
                    <a:pt x="1173" y="5247"/>
                  </a:lnTo>
                  <a:lnTo>
                    <a:pt x="1223" y="5304"/>
                  </a:lnTo>
                  <a:lnTo>
                    <a:pt x="1275" y="5360"/>
                  </a:lnTo>
                  <a:lnTo>
                    <a:pt x="1328" y="5416"/>
                  </a:lnTo>
                  <a:lnTo>
                    <a:pt x="1383" y="5471"/>
                  </a:lnTo>
                  <a:lnTo>
                    <a:pt x="1439" y="5523"/>
                  </a:lnTo>
                  <a:lnTo>
                    <a:pt x="1499" y="5575"/>
                  </a:lnTo>
                  <a:lnTo>
                    <a:pt x="1559" y="5626"/>
                  </a:lnTo>
                  <a:lnTo>
                    <a:pt x="1620" y="5675"/>
                  </a:lnTo>
                  <a:lnTo>
                    <a:pt x="1684" y="5723"/>
                  </a:lnTo>
                  <a:lnTo>
                    <a:pt x="1750" y="5770"/>
                  </a:lnTo>
                  <a:lnTo>
                    <a:pt x="1817" y="5816"/>
                  </a:lnTo>
                  <a:lnTo>
                    <a:pt x="1887" y="5860"/>
                  </a:lnTo>
                  <a:lnTo>
                    <a:pt x="1958" y="5903"/>
                  </a:lnTo>
                  <a:lnTo>
                    <a:pt x="2031" y="5943"/>
                  </a:lnTo>
                  <a:lnTo>
                    <a:pt x="2106" y="5984"/>
                  </a:lnTo>
                  <a:lnTo>
                    <a:pt x="2182" y="6022"/>
                  </a:lnTo>
                  <a:lnTo>
                    <a:pt x="2261" y="6059"/>
                  </a:lnTo>
                  <a:lnTo>
                    <a:pt x="2341" y="6095"/>
                  </a:lnTo>
                  <a:lnTo>
                    <a:pt x="2341" y="6424"/>
                  </a:lnTo>
                  <a:lnTo>
                    <a:pt x="4889" y="6424"/>
                  </a:lnTo>
                  <a:lnTo>
                    <a:pt x="4889" y="6117"/>
                  </a:lnTo>
                  <a:lnTo>
                    <a:pt x="4961" y="6074"/>
                  </a:lnTo>
                  <a:lnTo>
                    <a:pt x="5031" y="6032"/>
                  </a:lnTo>
                  <a:lnTo>
                    <a:pt x="5101" y="5987"/>
                  </a:lnTo>
                  <a:lnTo>
                    <a:pt x="5171" y="5942"/>
                  </a:lnTo>
                  <a:lnTo>
                    <a:pt x="5238" y="5897"/>
                  </a:lnTo>
                  <a:lnTo>
                    <a:pt x="5304" y="5852"/>
                  </a:lnTo>
                  <a:lnTo>
                    <a:pt x="5369" y="5806"/>
                  </a:lnTo>
                  <a:lnTo>
                    <a:pt x="5432" y="5759"/>
                  </a:lnTo>
                  <a:lnTo>
                    <a:pt x="5496" y="5712"/>
                  </a:lnTo>
                  <a:lnTo>
                    <a:pt x="5558" y="5663"/>
                  </a:lnTo>
                  <a:lnTo>
                    <a:pt x="5618" y="5614"/>
                  </a:lnTo>
                  <a:lnTo>
                    <a:pt x="5677" y="5564"/>
                  </a:lnTo>
                  <a:lnTo>
                    <a:pt x="5734" y="5515"/>
                  </a:lnTo>
                  <a:lnTo>
                    <a:pt x="5791" y="5464"/>
                  </a:lnTo>
                  <a:lnTo>
                    <a:pt x="5846" y="5411"/>
                  </a:lnTo>
                  <a:lnTo>
                    <a:pt x="5901" y="5358"/>
                  </a:lnTo>
                  <a:lnTo>
                    <a:pt x="5953" y="5305"/>
                  </a:lnTo>
                  <a:lnTo>
                    <a:pt x="6005" y="5250"/>
                  </a:lnTo>
                  <a:lnTo>
                    <a:pt x="6055" y="5195"/>
                  </a:lnTo>
                  <a:lnTo>
                    <a:pt x="6105" y="5139"/>
                  </a:lnTo>
                  <a:lnTo>
                    <a:pt x="6152" y="5082"/>
                  </a:lnTo>
                  <a:lnTo>
                    <a:pt x="6199" y="5023"/>
                  </a:lnTo>
                  <a:lnTo>
                    <a:pt x="6244" y="4964"/>
                  </a:lnTo>
                  <a:lnTo>
                    <a:pt x="6288" y="4904"/>
                  </a:lnTo>
                  <a:lnTo>
                    <a:pt x="6331" y="4842"/>
                  </a:lnTo>
                  <a:lnTo>
                    <a:pt x="6371" y="4780"/>
                  </a:lnTo>
                  <a:lnTo>
                    <a:pt x="6412" y="4716"/>
                  </a:lnTo>
                  <a:lnTo>
                    <a:pt x="6450" y="4652"/>
                  </a:lnTo>
                  <a:lnTo>
                    <a:pt x="6487" y="4586"/>
                  </a:lnTo>
                  <a:lnTo>
                    <a:pt x="6523" y="4519"/>
                  </a:lnTo>
                  <a:lnTo>
                    <a:pt x="6558" y="4451"/>
                  </a:lnTo>
                  <a:lnTo>
                    <a:pt x="6592" y="4381"/>
                  </a:lnTo>
                  <a:lnTo>
                    <a:pt x="6208" y="4381"/>
                  </a:lnTo>
                  <a:lnTo>
                    <a:pt x="6208" y="4067"/>
                  </a:lnTo>
                  <a:lnTo>
                    <a:pt x="6330" y="4058"/>
                  </a:lnTo>
                  <a:lnTo>
                    <a:pt x="6330" y="4221"/>
                  </a:lnTo>
                  <a:lnTo>
                    <a:pt x="6491" y="4221"/>
                  </a:lnTo>
                  <a:lnTo>
                    <a:pt x="6491" y="3936"/>
                  </a:lnTo>
                  <a:lnTo>
                    <a:pt x="6046" y="3936"/>
                  </a:lnTo>
                  <a:lnTo>
                    <a:pt x="6046" y="4361"/>
                  </a:lnTo>
                  <a:lnTo>
                    <a:pt x="5239" y="4361"/>
                  </a:lnTo>
                  <a:lnTo>
                    <a:pt x="5239" y="3745"/>
                  </a:lnTo>
                  <a:lnTo>
                    <a:pt x="5705" y="3745"/>
                  </a:lnTo>
                  <a:lnTo>
                    <a:pt x="5705" y="4009"/>
                  </a:lnTo>
                  <a:lnTo>
                    <a:pt x="5569" y="4011"/>
                  </a:lnTo>
                  <a:lnTo>
                    <a:pt x="5555" y="3919"/>
                  </a:lnTo>
                  <a:lnTo>
                    <a:pt x="5379" y="3919"/>
                  </a:lnTo>
                  <a:lnTo>
                    <a:pt x="5379" y="4200"/>
                  </a:lnTo>
                  <a:lnTo>
                    <a:pt x="5865" y="4200"/>
                  </a:lnTo>
                  <a:lnTo>
                    <a:pt x="5865" y="3734"/>
                  </a:lnTo>
                  <a:lnTo>
                    <a:pt x="6614" y="3734"/>
                  </a:lnTo>
                  <a:lnTo>
                    <a:pt x="6634" y="4081"/>
                  </a:lnTo>
                  <a:lnTo>
                    <a:pt x="6754" y="4081"/>
                  </a:lnTo>
                  <a:lnTo>
                    <a:pt x="6789" y="3997"/>
                  </a:lnTo>
                  <a:lnTo>
                    <a:pt x="6806" y="3954"/>
                  </a:lnTo>
                  <a:lnTo>
                    <a:pt x="6822" y="3910"/>
                  </a:lnTo>
                  <a:lnTo>
                    <a:pt x="6838" y="3865"/>
                  </a:lnTo>
                  <a:lnTo>
                    <a:pt x="6854" y="3821"/>
                  </a:lnTo>
                  <a:lnTo>
                    <a:pt x="6867" y="3775"/>
                  </a:lnTo>
                  <a:lnTo>
                    <a:pt x="6881" y="3730"/>
                  </a:lnTo>
                  <a:lnTo>
                    <a:pt x="6893" y="3684"/>
                  </a:lnTo>
                  <a:lnTo>
                    <a:pt x="6903" y="3639"/>
                  </a:lnTo>
                  <a:lnTo>
                    <a:pt x="6913" y="3594"/>
                  </a:lnTo>
                  <a:lnTo>
                    <a:pt x="6920" y="3549"/>
                  </a:lnTo>
                  <a:lnTo>
                    <a:pt x="6924" y="3506"/>
                  </a:lnTo>
                  <a:lnTo>
                    <a:pt x="6928" y="3462"/>
                  </a:lnTo>
                  <a:lnTo>
                    <a:pt x="6929" y="3420"/>
                  </a:lnTo>
                  <a:lnTo>
                    <a:pt x="6928" y="3378"/>
                  </a:lnTo>
                  <a:lnTo>
                    <a:pt x="350" y="3378"/>
                  </a:lnTo>
                  <a:close/>
                  <a:moveTo>
                    <a:pt x="4108" y="3763"/>
                  </a:moveTo>
                  <a:lnTo>
                    <a:pt x="3661" y="3763"/>
                  </a:lnTo>
                  <a:lnTo>
                    <a:pt x="3661" y="4338"/>
                  </a:lnTo>
                  <a:lnTo>
                    <a:pt x="4431" y="4338"/>
                  </a:lnTo>
                  <a:lnTo>
                    <a:pt x="4431" y="3881"/>
                  </a:lnTo>
                  <a:lnTo>
                    <a:pt x="4928" y="3881"/>
                  </a:lnTo>
                  <a:lnTo>
                    <a:pt x="4928" y="4221"/>
                  </a:lnTo>
                  <a:lnTo>
                    <a:pt x="4743" y="4221"/>
                  </a:lnTo>
                  <a:lnTo>
                    <a:pt x="4743" y="4047"/>
                  </a:lnTo>
                  <a:lnTo>
                    <a:pt x="4625" y="4058"/>
                  </a:lnTo>
                  <a:lnTo>
                    <a:pt x="4625" y="4350"/>
                  </a:lnTo>
                  <a:lnTo>
                    <a:pt x="5069" y="4350"/>
                  </a:lnTo>
                  <a:lnTo>
                    <a:pt x="5069" y="3764"/>
                  </a:lnTo>
                  <a:lnTo>
                    <a:pt x="4271" y="3764"/>
                  </a:lnTo>
                  <a:lnTo>
                    <a:pt x="4271" y="4222"/>
                  </a:lnTo>
                  <a:lnTo>
                    <a:pt x="3806" y="4222"/>
                  </a:lnTo>
                  <a:lnTo>
                    <a:pt x="3806" y="3885"/>
                  </a:lnTo>
                  <a:lnTo>
                    <a:pt x="3982" y="3895"/>
                  </a:lnTo>
                  <a:lnTo>
                    <a:pt x="3988" y="4038"/>
                  </a:lnTo>
                  <a:lnTo>
                    <a:pt x="4110" y="4038"/>
                  </a:lnTo>
                  <a:lnTo>
                    <a:pt x="4108" y="3763"/>
                  </a:lnTo>
                  <a:close/>
                  <a:moveTo>
                    <a:pt x="2561" y="3763"/>
                  </a:moveTo>
                  <a:lnTo>
                    <a:pt x="2115" y="3763"/>
                  </a:lnTo>
                  <a:lnTo>
                    <a:pt x="2115" y="4338"/>
                  </a:lnTo>
                  <a:lnTo>
                    <a:pt x="2884" y="4338"/>
                  </a:lnTo>
                  <a:lnTo>
                    <a:pt x="2884" y="3881"/>
                  </a:lnTo>
                  <a:lnTo>
                    <a:pt x="3382" y="3881"/>
                  </a:lnTo>
                  <a:lnTo>
                    <a:pt x="3382" y="4221"/>
                  </a:lnTo>
                  <a:lnTo>
                    <a:pt x="3197" y="4221"/>
                  </a:lnTo>
                  <a:lnTo>
                    <a:pt x="3197" y="4047"/>
                  </a:lnTo>
                  <a:lnTo>
                    <a:pt x="3078" y="4058"/>
                  </a:lnTo>
                  <a:lnTo>
                    <a:pt x="3078" y="4350"/>
                  </a:lnTo>
                  <a:lnTo>
                    <a:pt x="3522" y="4350"/>
                  </a:lnTo>
                  <a:lnTo>
                    <a:pt x="3522" y="3764"/>
                  </a:lnTo>
                  <a:lnTo>
                    <a:pt x="2725" y="3764"/>
                  </a:lnTo>
                  <a:lnTo>
                    <a:pt x="2725" y="4222"/>
                  </a:lnTo>
                  <a:lnTo>
                    <a:pt x="2260" y="4222"/>
                  </a:lnTo>
                  <a:lnTo>
                    <a:pt x="2260" y="3885"/>
                  </a:lnTo>
                  <a:lnTo>
                    <a:pt x="2436" y="3895"/>
                  </a:lnTo>
                  <a:lnTo>
                    <a:pt x="2442" y="4038"/>
                  </a:lnTo>
                  <a:lnTo>
                    <a:pt x="2564" y="4038"/>
                  </a:lnTo>
                  <a:lnTo>
                    <a:pt x="2561" y="37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798456" y="5731788"/>
            <a:ext cx="595085" cy="725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090" y="0"/>
            <a:ext cx="6264910" cy="68821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6767" y="1946246"/>
            <a:ext cx="388410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spc="300" dirty="0" err="1">
                <a:solidFill>
                  <a:schemeClr val="bg1"/>
                </a:solidFill>
                <a:latin typeface="+mj-ea"/>
                <a:ea typeface="+mj-ea"/>
              </a:rPr>
              <a:t>UML</a:t>
            </a:r>
            <a:r>
              <a:rPr lang="zh-CN" altLang="en-US" sz="4000" b="1" spc="300" dirty="0">
                <a:solidFill>
                  <a:schemeClr val="bg1"/>
                </a:solidFill>
                <a:latin typeface="+mj-ea"/>
                <a:ea typeface="+mj-ea"/>
              </a:rPr>
              <a:t>用例图</a:t>
            </a:r>
            <a:endParaRPr lang="zh-CN" altLang="en-US" sz="4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4284" y="326792"/>
            <a:ext cx="282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>系统设计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6785" y="897089"/>
            <a:ext cx="2199964" cy="1520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98456" y="5731788"/>
            <a:ext cx="595085" cy="725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6767" y="1946246"/>
            <a:ext cx="388410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UML</a:t>
            </a: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类图</a:t>
            </a: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4284" y="326792"/>
            <a:ext cx="282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405" y="0"/>
            <a:ext cx="6030595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96785" y="973123"/>
            <a:ext cx="2199964" cy="1520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4284" y="326792"/>
            <a:ext cx="282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4284" y="939567"/>
            <a:ext cx="1912688" cy="17718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6937" y="3137824"/>
            <a:ext cx="7878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后端服务器：</a:t>
            </a:r>
            <a:r>
              <a:rPr lang="en-US" altLang="zh-CN" sz="3200" dirty="0">
                <a:solidFill>
                  <a:schemeClr val="bg1"/>
                </a:solidFill>
              </a:rPr>
              <a:t>windows server 2016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6937" y="2090649"/>
            <a:ext cx="7878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系统名称：福大菜品点评系统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235" y="939800"/>
            <a:ext cx="4977765" cy="5200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1625" y="1366337"/>
            <a:ext cx="2199964" cy="1520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6401" y="70565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数据库设计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269" y="1442371"/>
            <a:ext cx="7961610" cy="515385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57680" y="2799365"/>
            <a:ext cx="2492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</a:rPr>
              <a:t>数据库模型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74582" y="3617937"/>
            <a:ext cx="2659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DBMS:Mysql8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1625" y="1366337"/>
            <a:ext cx="2199964" cy="1520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6401" y="70565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数据库设计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57680" y="2799365"/>
            <a:ext cx="2492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数据库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表概述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25" y="0"/>
            <a:ext cx="631507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7" y="4769263"/>
            <a:ext cx="5877053" cy="2088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99292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7"/>
            <a:ext cx="3557954" cy="1410896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</a:rPr>
              <a:t>团队分工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903045" y="2396624"/>
          <a:ext cx="9104630" cy="4541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20985"/>
                <a:gridCol w="1820545"/>
                <a:gridCol w="1821425"/>
                <a:gridCol w="1820985"/>
                <a:gridCol w="1820985"/>
              </a:tblGrid>
              <a:tr h="5676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400" dirty="0"/>
                        <a:t>工作</a:t>
                      </a:r>
                      <a:endParaRPr lang="zh-CN" altLang="en-US" sz="2400" dirty="0"/>
                    </a:p>
                  </a:txBody>
                  <a:tcPr anchor="ctr" anchorCtr="0"/>
                </a:tc>
                <a:tc gridSpan="4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400" dirty="0"/>
                        <a:t>人员</a:t>
                      </a:r>
                      <a:endParaRPr lang="zh-CN" altLang="en-US" sz="2400" dirty="0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676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测试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李辰钰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姜博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endParaRPr lang="zh-CN" altLang="en-US" sz="2000" dirty="0"/>
                    </a:p>
                  </a:txBody>
                  <a:tcPr anchor="ctr" anchorCtr="0"/>
                </a:tc>
              </a:tr>
              <a:tr h="567717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前端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陈锦辉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陈新平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endParaRPr lang="zh-CN" altLang="en-US" sz="2000" dirty="0"/>
                    </a:p>
                  </a:txBody>
                  <a:tcPr anchor="ctr" anchorCtr="0"/>
                </a:tc>
              </a:tr>
              <a:tr h="567717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后端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黄展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兰杰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endParaRPr lang="zh-CN" altLang="en-US" sz="2000" dirty="0"/>
                    </a:p>
                  </a:txBody>
                  <a:tcPr anchor="ctr" anchorCtr="0"/>
                </a:tc>
              </a:tr>
              <a:tr h="567717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数据收集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林江鸿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吴端己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张孚楠</a:t>
                      </a:r>
                      <a:endParaRPr lang="zh-CN" altLang="en-US" sz="2000" dirty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/>
                        <a:t>史金易</a:t>
                      </a:r>
                      <a:endParaRPr lang="zh-CN" altLang="en-US" sz="2000" dirty="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945906" y="1357948"/>
            <a:ext cx="2426467" cy="1604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972827" y="2768005"/>
            <a:ext cx="4246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+mj-lt"/>
              </a:rPr>
              <a:t>答辩环节</a:t>
            </a:r>
            <a:endParaRPr lang="zh-CN" altLang="en-US" sz="8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5" y="-15875"/>
            <a:ext cx="12191365" cy="6873875"/>
          </a:xfrm>
          <a:prstGeom prst="rect">
            <a:avLst/>
          </a:prstGeom>
          <a:blipFill rotWithShape="1">
            <a:blip r:embed="rId2" cstate="print"/>
            <a:stretch>
              <a:fillRect t="-20000" b="-16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090786" y="2516908"/>
            <a:ext cx="601042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+mj-lt"/>
              </a:rPr>
              <a:t>Thank you</a:t>
            </a:r>
            <a:endParaRPr lang="en-US" altLang="zh-CN" sz="8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ABLE_BEAUTIFY" val="smartTable{8012bf19-f4b3-4d84-b330-1f762bb1a52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221</Words>
  <Application>WPS 演示</Application>
  <PresentationFormat>宽屏</PresentationFormat>
  <Paragraphs>82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华文行楷</vt:lpstr>
      <vt:lpstr>Times New Roman</vt:lpstr>
      <vt:lpstr>Helvetica</vt:lpstr>
      <vt:lpstr>Calibri</vt:lpstr>
      <vt:lpstr>Arial</vt:lpstr>
      <vt:lpstr>黑体</vt:lpstr>
      <vt:lpstr>微软雅黑</vt:lpstr>
      <vt:lpstr>Arial Unicode MS</vt:lpstr>
      <vt:lpstr>Arial Black</vt:lpstr>
      <vt:lpstr>Office 主题</vt:lpstr>
      <vt:lpstr>软工实践第八组 		——软工项目系统设计与数据库设计报告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团队分工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 book to introduce</dc:title>
  <dc:creator>许仔诚品</dc:creator>
  <cp:keywords>www.51pptmoban.com</cp:keywords>
  <cp:lastModifiedBy>qzuser</cp:lastModifiedBy>
  <cp:revision>33</cp:revision>
  <dcterms:created xsi:type="dcterms:W3CDTF">2015-05-05T08:02:00Z</dcterms:created>
  <dcterms:modified xsi:type="dcterms:W3CDTF">2020-11-09T18:37:50Z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2052-11.1.0.9582</vt:lpwstr>
  </property>
</Properties>
</file>